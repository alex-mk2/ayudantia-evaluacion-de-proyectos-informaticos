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Ubuntu"/>
      <p:regular r:id="rId21"/>
      <p:bold r:id="rId22"/>
      <p:italic r:id="rId23"/>
      <p:boldItalic r:id="rId24"/>
    </p:embeddedFont>
    <p:embeddedFont>
      <p:font typeface="Raleway"/>
      <p:regular r:id="rId25"/>
      <p:bold r:id="rId26"/>
      <p:italic r:id="rId27"/>
      <p:boldItalic r:id="rId28"/>
    </p:embeddedFont>
    <p:embeddedFont>
      <p:font typeface="PT Sans Caption"/>
      <p:regular r:id="rId29"/>
      <p:bold r:id="rId30"/>
    </p:embeddedFont>
    <p:embeddedFont>
      <p:font typeface="Convergenc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qax515YAvRzAoMnDveyz1l4a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Ubuntu-bold.fntdata"/><Relationship Id="rId21" Type="http://schemas.openxmlformats.org/officeDocument/2006/relationships/font" Target="fonts/Ubuntu-regular.fntdata"/><Relationship Id="rId24" Type="http://schemas.openxmlformats.org/officeDocument/2006/relationships/font" Target="fonts/Ubuntu-boldItalic.fntdata"/><Relationship Id="rId23" Type="http://schemas.openxmlformats.org/officeDocument/2006/relationships/font" Target="fonts/Ubuntu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Caption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onvergence-regular.fntdata"/><Relationship Id="rId30" Type="http://schemas.openxmlformats.org/officeDocument/2006/relationships/font" Target="fonts/PTSansCaption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0db1e3cf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0db1e3cf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1adf09de9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1adf09de9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1adf09de9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1adf09de9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1adf09de9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1adf09de9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1adf09de9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1adf09de9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1adf09de9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1adf09de9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1adf09de9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1adf09de9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adf09de9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adf09de9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1adf09de9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1adf09de9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1adf09de9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1adf09de9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1adf09de9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1adf09de9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1adf09de9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1adf09de9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0db1e3cf6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0db1e3cf6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2"/>
          <p:cNvGrpSpPr/>
          <p:nvPr/>
        </p:nvGrpSpPr>
        <p:grpSpPr>
          <a:xfrm>
            <a:off x="-3508649" y="-1366941"/>
            <a:ext cx="14925398" cy="8916354"/>
            <a:chOff x="-3508649" y="-1366941"/>
            <a:chExt cx="14925398" cy="8916354"/>
          </a:xfrm>
        </p:grpSpPr>
        <p:sp>
          <p:nvSpPr>
            <p:cNvPr id="11" name="Google Shape;11;p52"/>
            <p:cNvSpPr/>
            <p:nvPr/>
          </p:nvSpPr>
          <p:spPr>
            <a:xfrm rot="-5400000">
              <a:off x="1194571" y="4689886"/>
              <a:ext cx="3037168" cy="220418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2"/>
            <p:cNvSpPr/>
            <p:nvPr/>
          </p:nvSpPr>
          <p:spPr>
            <a:xfrm rot="-1758191">
              <a:off x="6593862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9907924">
              <a:off x="-3133859" y="3163708"/>
              <a:ext cx="4652256" cy="352832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2"/>
            <p:cNvSpPr/>
            <p:nvPr/>
          </p:nvSpPr>
          <p:spPr>
            <a:xfrm rot="-2407657">
              <a:off x="-558811" y="-647633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5;p52"/>
            <p:cNvGrpSpPr/>
            <p:nvPr/>
          </p:nvGrpSpPr>
          <p:grpSpPr>
            <a:xfrm rot="-2365545">
              <a:off x="6421172" y="4217541"/>
              <a:ext cx="669715" cy="772524"/>
              <a:chOff x="2963892" y="6575935"/>
              <a:chExt cx="378130" cy="436192"/>
            </a:xfrm>
          </p:grpSpPr>
          <p:sp>
            <p:nvSpPr>
              <p:cNvPr id="16" name="Google Shape;16;p52"/>
              <p:cNvSpPr/>
              <p:nvPr/>
            </p:nvSpPr>
            <p:spPr>
              <a:xfrm rot="5621274">
                <a:off x="2963295" y="6785233"/>
                <a:ext cx="228004" cy="212584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52"/>
              <p:cNvSpPr/>
              <p:nvPr/>
            </p:nvSpPr>
            <p:spPr>
              <a:xfrm rot="5621274">
                <a:off x="3240340" y="6749295"/>
                <a:ext cx="99368" cy="97808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52"/>
              <p:cNvSpPr/>
              <p:nvPr/>
            </p:nvSpPr>
            <p:spPr>
              <a:xfrm rot="5621274">
                <a:off x="3013868" y="6580156"/>
                <a:ext cx="107730" cy="105876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9;p52"/>
            <p:cNvSpPr/>
            <p:nvPr/>
          </p:nvSpPr>
          <p:spPr>
            <a:xfrm flipH="1" rot="172230">
              <a:off x="5242781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2"/>
            <p:cNvSpPr/>
            <p:nvPr/>
          </p:nvSpPr>
          <p:spPr>
            <a:xfrm>
              <a:off x="-1302924" y="-549775"/>
              <a:ext cx="2769161" cy="2325678"/>
            </a:xfrm>
            <a:custGeom>
              <a:rect b="b" l="l" r="r" t="t"/>
              <a:pathLst>
                <a:path extrusionOk="0" fill="none" h="48828" w="58139">
                  <a:moveTo>
                    <a:pt x="3263" y="5298"/>
                  </a:moveTo>
                  <a:cubicBezTo>
                    <a:pt x="3465" y="4953"/>
                    <a:pt x="3691" y="4620"/>
                    <a:pt x="3929" y="4286"/>
                  </a:cubicBezTo>
                  <a:cubicBezTo>
                    <a:pt x="5739" y="1774"/>
                    <a:pt x="8906" y="0"/>
                    <a:pt x="11930" y="703"/>
                  </a:cubicBezTo>
                  <a:cubicBezTo>
                    <a:pt x="14740" y="1345"/>
                    <a:pt x="16669" y="3846"/>
                    <a:pt x="18943" y="5632"/>
                  </a:cubicBezTo>
                  <a:cubicBezTo>
                    <a:pt x="22598" y="8430"/>
                    <a:pt x="27313" y="9466"/>
                    <a:pt x="31802" y="8453"/>
                  </a:cubicBezTo>
                  <a:cubicBezTo>
                    <a:pt x="34802" y="7751"/>
                    <a:pt x="37541" y="6156"/>
                    <a:pt x="40553" y="5596"/>
                  </a:cubicBezTo>
                  <a:cubicBezTo>
                    <a:pt x="46566" y="4465"/>
                    <a:pt x="52793" y="8120"/>
                    <a:pt x="55293" y="13573"/>
                  </a:cubicBezTo>
                  <a:cubicBezTo>
                    <a:pt x="58139" y="19788"/>
                    <a:pt x="56531" y="27134"/>
                    <a:pt x="52757" y="32599"/>
                  </a:cubicBezTo>
                  <a:cubicBezTo>
                    <a:pt x="50947" y="35219"/>
                    <a:pt x="48518" y="37600"/>
                    <a:pt x="45447" y="38457"/>
                  </a:cubicBezTo>
                  <a:cubicBezTo>
                    <a:pt x="43113" y="39124"/>
                    <a:pt x="40613" y="38862"/>
                    <a:pt x="38196" y="39195"/>
                  </a:cubicBezTo>
                  <a:cubicBezTo>
                    <a:pt x="35541" y="39564"/>
                    <a:pt x="33028" y="40672"/>
                    <a:pt x="30957" y="42374"/>
                  </a:cubicBezTo>
                  <a:cubicBezTo>
                    <a:pt x="29599" y="43494"/>
                    <a:pt x="28456" y="44851"/>
                    <a:pt x="27039" y="45875"/>
                  </a:cubicBezTo>
                  <a:cubicBezTo>
                    <a:pt x="22932" y="48827"/>
                    <a:pt x="16681" y="48280"/>
                    <a:pt x="13157" y="44648"/>
                  </a:cubicBezTo>
                  <a:cubicBezTo>
                    <a:pt x="10275" y="41672"/>
                    <a:pt x="9371" y="37374"/>
                    <a:pt x="8275" y="33373"/>
                  </a:cubicBezTo>
                  <a:cubicBezTo>
                    <a:pt x="6918" y="28420"/>
                    <a:pt x="3144" y="25134"/>
                    <a:pt x="1608" y="20479"/>
                  </a:cubicBezTo>
                  <a:cubicBezTo>
                    <a:pt x="0" y="15657"/>
                    <a:pt x="584" y="9704"/>
                    <a:pt x="3263" y="5298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2"/>
            <p:cNvSpPr/>
            <p:nvPr/>
          </p:nvSpPr>
          <p:spPr>
            <a:xfrm>
              <a:off x="6728975" y="-1989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2"/>
            <p:cNvSpPr/>
            <p:nvPr/>
          </p:nvSpPr>
          <p:spPr>
            <a:xfrm rot="-2700000">
              <a:off x="-1130977" y="4115474"/>
              <a:ext cx="2779025" cy="1337926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52"/>
            <p:cNvGrpSpPr/>
            <p:nvPr/>
          </p:nvGrpSpPr>
          <p:grpSpPr>
            <a:xfrm>
              <a:off x="7389699" y="4273399"/>
              <a:ext cx="1498599" cy="1022076"/>
              <a:chOff x="7331424" y="4350049"/>
              <a:chExt cx="1498599" cy="1022076"/>
            </a:xfrm>
          </p:grpSpPr>
          <p:sp>
            <p:nvSpPr>
              <p:cNvPr id="24" name="Google Shape;24;p52"/>
              <p:cNvSpPr/>
              <p:nvPr/>
            </p:nvSpPr>
            <p:spPr>
              <a:xfrm>
                <a:off x="7331424" y="4350049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2"/>
              <p:cNvSpPr/>
              <p:nvPr/>
            </p:nvSpPr>
            <p:spPr>
              <a:xfrm>
                <a:off x="7414472" y="4440332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52"/>
              <p:cNvSpPr/>
              <p:nvPr/>
            </p:nvSpPr>
            <p:spPr>
              <a:xfrm>
                <a:off x="7489949" y="4520471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52"/>
              <p:cNvSpPr/>
              <p:nvPr/>
            </p:nvSpPr>
            <p:spPr>
              <a:xfrm>
                <a:off x="7582281" y="4662253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52"/>
              <p:cNvSpPr/>
              <p:nvPr/>
            </p:nvSpPr>
            <p:spPr>
              <a:xfrm>
                <a:off x="7639561" y="4785725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52"/>
              <p:cNvSpPr/>
              <p:nvPr/>
            </p:nvSpPr>
            <p:spPr>
              <a:xfrm>
                <a:off x="7736368" y="4866610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52"/>
              <p:cNvSpPr/>
              <p:nvPr/>
            </p:nvSpPr>
            <p:spPr>
              <a:xfrm>
                <a:off x="7822473" y="4921130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52"/>
              <p:cNvSpPr/>
              <p:nvPr/>
            </p:nvSpPr>
            <p:spPr>
              <a:xfrm>
                <a:off x="7897540" y="5016073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52"/>
              <p:cNvSpPr/>
              <p:nvPr/>
            </p:nvSpPr>
            <p:spPr>
              <a:xfrm>
                <a:off x="7928604" y="5113478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52"/>
              <p:cNvSpPr/>
              <p:nvPr/>
            </p:nvSpPr>
            <p:spPr>
              <a:xfrm>
                <a:off x="7990321" y="5175643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" name="Google Shape;34;p52"/>
          <p:cNvSpPr txBox="1"/>
          <p:nvPr>
            <p:ph type="ctrTitle"/>
          </p:nvPr>
        </p:nvSpPr>
        <p:spPr>
          <a:xfrm>
            <a:off x="973400" y="1600125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52"/>
          <p:cNvSpPr txBox="1"/>
          <p:nvPr>
            <p:ph idx="1" type="subTitle"/>
          </p:nvPr>
        </p:nvSpPr>
        <p:spPr>
          <a:xfrm>
            <a:off x="973400" y="3458788"/>
            <a:ext cx="4686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18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" name="Google Shape;3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4"/>
          <p:cNvGrpSpPr/>
          <p:nvPr/>
        </p:nvGrpSpPr>
        <p:grpSpPr>
          <a:xfrm>
            <a:off x="-2097701" y="-1927265"/>
            <a:ext cx="12813424" cy="8286185"/>
            <a:chOff x="-2097701" y="-1927265"/>
            <a:chExt cx="12813424" cy="8286185"/>
          </a:xfrm>
        </p:grpSpPr>
        <p:sp>
          <p:nvSpPr>
            <p:cNvPr id="39" name="Google Shape;39;p54"/>
            <p:cNvSpPr/>
            <p:nvPr/>
          </p:nvSpPr>
          <p:spPr>
            <a:xfrm rot="8490882">
              <a:off x="8322162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4"/>
            <p:cNvSpPr/>
            <p:nvPr/>
          </p:nvSpPr>
          <p:spPr>
            <a:xfrm rot="-7067723">
              <a:off x="6790735" y="-815911"/>
              <a:ext cx="3381040" cy="2259901"/>
            </a:xfrm>
            <a:custGeom>
              <a:rect b="b" l="l" r="r" t="t"/>
              <a:pathLst>
                <a:path extrusionOk="0" h="40524" w="60628">
                  <a:moveTo>
                    <a:pt x="44723" y="0"/>
                  </a:moveTo>
                  <a:cubicBezTo>
                    <a:pt x="44504" y="0"/>
                    <a:pt x="44285" y="5"/>
                    <a:pt x="44066" y="16"/>
                  </a:cubicBezTo>
                  <a:cubicBezTo>
                    <a:pt x="38791" y="266"/>
                    <a:pt x="33767" y="3564"/>
                    <a:pt x="31433" y="8302"/>
                  </a:cubicBezTo>
                  <a:cubicBezTo>
                    <a:pt x="29957" y="11315"/>
                    <a:pt x="29445" y="14899"/>
                    <a:pt x="27135" y="17351"/>
                  </a:cubicBezTo>
                  <a:cubicBezTo>
                    <a:pt x="24825" y="19792"/>
                    <a:pt x="21217" y="20518"/>
                    <a:pt x="17848" y="20590"/>
                  </a:cubicBezTo>
                  <a:cubicBezTo>
                    <a:pt x="17524" y="20598"/>
                    <a:pt x="17200" y="20601"/>
                    <a:pt x="16876" y="20601"/>
                  </a:cubicBezTo>
                  <a:cubicBezTo>
                    <a:pt x="15406" y="20601"/>
                    <a:pt x="13932" y="20534"/>
                    <a:pt x="12465" y="20534"/>
                  </a:cubicBezTo>
                  <a:cubicBezTo>
                    <a:pt x="10888" y="20534"/>
                    <a:pt x="9320" y="20612"/>
                    <a:pt x="7775" y="20935"/>
                  </a:cubicBezTo>
                  <a:cubicBezTo>
                    <a:pt x="4477" y="21637"/>
                    <a:pt x="1179" y="23816"/>
                    <a:pt x="513" y="27114"/>
                  </a:cubicBezTo>
                  <a:cubicBezTo>
                    <a:pt x="1" y="29579"/>
                    <a:pt x="1084" y="32151"/>
                    <a:pt x="2751" y="34032"/>
                  </a:cubicBezTo>
                  <a:cubicBezTo>
                    <a:pt x="4925" y="36481"/>
                    <a:pt x="7063" y="37837"/>
                    <a:pt x="9939" y="37837"/>
                  </a:cubicBezTo>
                  <a:cubicBezTo>
                    <a:pt x="10419" y="37837"/>
                    <a:pt x="10919" y="37799"/>
                    <a:pt x="11442" y="37723"/>
                  </a:cubicBezTo>
                  <a:cubicBezTo>
                    <a:pt x="13790" y="37387"/>
                    <a:pt x="16135" y="37200"/>
                    <a:pt x="18478" y="37200"/>
                  </a:cubicBezTo>
                  <a:cubicBezTo>
                    <a:pt x="20877" y="37200"/>
                    <a:pt x="23273" y="37396"/>
                    <a:pt x="25670" y="37830"/>
                  </a:cubicBezTo>
                  <a:cubicBezTo>
                    <a:pt x="29754" y="38568"/>
                    <a:pt x="33731" y="39925"/>
                    <a:pt x="37862" y="40378"/>
                  </a:cubicBezTo>
                  <a:cubicBezTo>
                    <a:pt x="38734" y="40475"/>
                    <a:pt x="39616" y="40524"/>
                    <a:pt x="40502" y="40524"/>
                  </a:cubicBezTo>
                  <a:cubicBezTo>
                    <a:pt x="47751" y="40524"/>
                    <a:pt x="55214" y="37274"/>
                    <a:pt x="58460" y="30877"/>
                  </a:cubicBezTo>
                  <a:cubicBezTo>
                    <a:pt x="60377" y="27079"/>
                    <a:pt x="60627" y="22661"/>
                    <a:pt x="60389" y="18411"/>
                  </a:cubicBezTo>
                  <a:cubicBezTo>
                    <a:pt x="60163" y="14458"/>
                    <a:pt x="59508" y="10410"/>
                    <a:pt x="57424" y="7052"/>
                  </a:cubicBezTo>
                  <a:cubicBezTo>
                    <a:pt x="54777" y="2739"/>
                    <a:pt x="49778" y="0"/>
                    <a:pt x="44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4"/>
            <p:cNvSpPr/>
            <p:nvPr/>
          </p:nvSpPr>
          <p:spPr>
            <a:xfrm rot="8592914">
              <a:off x="-1619642" y="-1369475"/>
              <a:ext cx="2691480" cy="249163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" name="Google Shape;42;p54"/>
            <p:cNvGrpSpPr/>
            <p:nvPr/>
          </p:nvGrpSpPr>
          <p:grpSpPr>
            <a:xfrm>
              <a:off x="256449" y="-336301"/>
              <a:ext cx="1498599" cy="1022076"/>
              <a:chOff x="256449" y="-336301"/>
              <a:chExt cx="1498599" cy="1022076"/>
            </a:xfrm>
          </p:grpSpPr>
          <p:sp>
            <p:nvSpPr>
              <p:cNvPr id="43" name="Google Shape;43;p54"/>
              <p:cNvSpPr/>
              <p:nvPr/>
            </p:nvSpPr>
            <p:spPr>
              <a:xfrm rot="10800000">
                <a:off x="256449" y="-336301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54"/>
              <p:cNvSpPr/>
              <p:nvPr/>
            </p:nvSpPr>
            <p:spPr>
              <a:xfrm rot="10800000">
                <a:off x="370567" y="-308776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54"/>
              <p:cNvSpPr/>
              <p:nvPr/>
            </p:nvSpPr>
            <p:spPr>
              <a:xfrm rot="10800000">
                <a:off x="496694" y="-293670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54"/>
              <p:cNvSpPr/>
              <p:nvPr/>
            </p:nvSpPr>
            <p:spPr>
              <a:xfrm rot="10800000">
                <a:off x="590823" y="-273229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54"/>
              <p:cNvSpPr/>
              <p:nvPr/>
            </p:nvSpPr>
            <p:spPr>
              <a:xfrm rot="10800000">
                <a:off x="642774" y="-248799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4"/>
              <p:cNvSpPr/>
              <p:nvPr/>
            </p:nvSpPr>
            <p:spPr>
              <a:xfrm rot="10800000">
                <a:off x="752865" y="-234588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54"/>
              <p:cNvSpPr/>
              <p:nvPr/>
            </p:nvSpPr>
            <p:spPr>
              <a:xfrm rot="10800000">
                <a:off x="805712" y="-230596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54"/>
              <p:cNvSpPr/>
              <p:nvPr/>
            </p:nvSpPr>
            <p:spPr>
              <a:xfrm rot="10800000">
                <a:off x="864786" y="-209299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54"/>
              <p:cNvSpPr/>
              <p:nvPr/>
            </p:nvSpPr>
            <p:spPr>
              <a:xfrm rot="10800000">
                <a:off x="944705" y="-213287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54"/>
              <p:cNvSpPr/>
              <p:nvPr/>
            </p:nvSpPr>
            <p:spPr>
              <a:xfrm rot="10800000">
                <a:off x="972677" y="-238159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" name="Google Shape;53;p54"/>
            <p:cNvSpPr/>
            <p:nvPr/>
          </p:nvSpPr>
          <p:spPr>
            <a:xfrm flipH="1" rot="-1051789">
              <a:off x="-538142" y="4560135"/>
              <a:ext cx="2114059" cy="1515598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54"/>
            <p:cNvGrpSpPr/>
            <p:nvPr/>
          </p:nvGrpSpPr>
          <p:grpSpPr>
            <a:xfrm>
              <a:off x="7769055" y="4520475"/>
              <a:ext cx="1540913" cy="481201"/>
              <a:chOff x="7769055" y="4520475"/>
              <a:chExt cx="1540913" cy="481201"/>
            </a:xfrm>
          </p:grpSpPr>
          <p:sp>
            <p:nvSpPr>
              <p:cNvPr id="55" name="Google Shape;55;p54"/>
              <p:cNvSpPr/>
              <p:nvPr/>
            </p:nvSpPr>
            <p:spPr>
              <a:xfrm>
                <a:off x="8529683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4"/>
              <p:cNvSpPr/>
              <p:nvPr/>
            </p:nvSpPr>
            <p:spPr>
              <a:xfrm>
                <a:off x="8117408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4"/>
              <p:cNvSpPr/>
              <p:nvPr/>
            </p:nvSpPr>
            <p:spPr>
              <a:xfrm>
                <a:off x="7769055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4"/>
              <p:cNvSpPr/>
              <p:nvPr/>
            </p:nvSpPr>
            <p:spPr>
              <a:xfrm>
                <a:off x="7785309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54"/>
              <p:cNvSpPr/>
              <p:nvPr/>
            </p:nvSpPr>
            <p:spPr>
              <a:xfrm>
                <a:off x="7936931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54"/>
              <p:cNvSpPr/>
              <p:nvPr/>
            </p:nvSpPr>
            <p:spPr>
              <a:xfrm>
                <a:off x="8717575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p54"/>
            <p:cNvSpPr/>
            <p:nvPr/>
          </p:nvSpPr>
          <p:spPr>
            <a:xfrm rot="-1003861">
              <a:off x="6129497" y="-412123"/>
              <a:ext cx="3829318" cy="184335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54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54"/>
          <p:cNvSpPr txBox="1"/>
          <p:nvPr>
            <p:ph idx="1" type="subTitle"/>
          </p:nvPr>
        </p:nvSpPr>
        <p:spPr>
          <a:xfrm>
            <a:off x="1725540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4"/>
          <p:cNvSpPr txBox="1"/>
          <p:nvPr>
            <p:ph idx="2" type="subTitle"/>
          </p:nvPr>
        </p:nvSpPr>
        <p:spPr>
          <a:xfrm>
            <a:off x="1725540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54"/>
          <p:cNvSpPr txBox="1"/>
          <p:nvPr>
            <p:ph idx="3" type="title"/>
          </p:nvPr>
        </p:nvSpPr>
        <p:spPr>
          <a:xfrm flipH="1">
            <a:off x="778112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" name="Google Shape;66;p54"/>
          <p:cNvSpPr txBox="1"/>
          <p:nvPr>
            <p:ph idx="4" type="subTitle"/>
          </p:nvPr>
        </p:nvSpPr>
        <p:spPr>
          <a:xfrm>
            <a:off x="1725524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54"/>
          <p:cNvSpPr txBox="1"/>
          <p:nvPr>
            <p:ph idx="5" type="subTitle"/>
          </p:nvPr>
        </p:nvSpPr>
        <p:spPr>
          <a:xfrm>
            <a:off x="1725524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54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" name="Google Shape;69;p54"/>
          <p:cNvSpPr txBox="1"/>
          <p:nvPr>
            <p:ph idx="7" type="subTitle"/>
          </p:nvPr>
        </p:nvSpPr>
        <p:spPr>
          <a:xfrm>
            <a:off x="5779765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54"/>
          <p:cNvSpPr txBox="1"/>
          <p:nvPr>
            <p:ph idx="8" type="subTitle"/>
          </p:nvPr>
        </p:nvSpPr>
        <p:spPr>
          <a:xfrm>
            <a:off x="5779765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54"/>
          <p:cNvSpPr txBox="1"/>
          <p:nvPr>
            <p:ph idx="9" type="title"/>
          </p:nvPr>
        </p:nvSpPr>
        <p:spPr>
          <a:xfrm flipH="1">
            <a:off x="4832337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2" name="Google Shape;72;p54"/>
          <p:cNvSpPr txBox="1"/>
          <p:nvPr>
            <p:ph idx="13" type="subTitle"/>
          </p:nvPr>
        </p:nvSpPr>
        <p:spPr>
          <a:xfrm>
            <a:off x="5779749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4"/>
          <p:cNvSpPr txBox="1"/>
          <p:nvPr>
            <p:ph idx="14" type="subTitle"/>
          </p:nvPr>
        </p:nvSpPr>
        <p:spPr>
          <a:xfrm>
            <a:off x="5779749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5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7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78" name="Google Shape;78;p77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7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77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7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7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7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77"/>
          <p:cNvSpPr txBox="1"/>
          <p:nvPr>
            <p:ph idx="1" type="subTitle"/>
          </p:nvPr>
        </p:nvSpPr>
        <p:spPr>
          <a:xfrm>
            <a:off x="1374700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77"/>
          <p:cNvSpPr txBox="1"/>
          <p:nvPr>
            <p:ph idx="2" type="subTitle"/>
          </p:nvPr>
        </p:nvSpPr>
        <p:spPr>
          <a:xfrm>
            <a:off x="1374700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77"/>
          <p:cNvSpPr txBox="1"/>
          <p:nvPr>
            <p:ph idx="3" type="subTitle"/>
          </p:nvPr>
        </p:nvSpPr>
        <p:spPr>
          <a:xfrm>
            <a:off x="5212077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77"/>
          <p:cNvSpPr txBox="1"/>
          <p:nvPr>
            <p:ph idx="4" type="subTitle"/>
          </p:nvPr>
        </p:nvSpPr>
        <p:spPr>
          <a:xfrm>
            <a:off x="5212077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77"/>
          <p:cNvSpPr txBox="1"/>
          <p:nvPr>
            <p:ph idx="5" type="subTitle"/>
          </p:nvPr>
        </p:nvSpPr>
        <p:spPr>
          <a:xfrm>
            <a:off x="1374700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77"/>
          <p:cNvSpPr txBox="1"/>
          <p:nvPr>
            <p:ph idx="6" type="subTitle"/>
          </p:nvPr>
        </p:nvSpPr>
        <p:spPr>
          <a:xfrm>
            <a:off x="1374700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77"/>
          <p:cNvSpPr txBox="1"/>
          <p:nvPr>
            <p:ph idx="7" type="subTitle"/>
          </p:nvPr>
        </p:nvSpPr>
        <p:spPr>
          <a:xfrm>
            <a:off x="5212077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77"/>
          <p:cNvSpPr txBox="1"/>
          <p:nvPr>
            <p:ph idx="8" type="subTitle"/>
          </p:nvPr>
        </p:nvSpPr>
        <p:spPr>
          <a:xfrm>
            <a:off x="5212077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77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" name="Google Shape;9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59"/>
          <p:cNvGrpSpPr/>
          <p:nvPr/>
        </p:nvGrpSpPr>
        <p:grpSpPr>
          <a:xfrm>
            <a:off x="-831925" y="-1431326"/>
            <a:ext cx="11376869" cy="7965741"/>
            <a:chOff x="-831925" y="-1431326"/>
            <a:chExt cx="11376869" cy="7965741"/>
          </a:xfrm>
        </p:grpSpPr>
        <p:sp>
          <p:nvSpPr>
            <p:cNvPr id="96" name="Google Shape;96;p59"/>
            <p:cNvSpPr/>
            <p:nvPr/>
          </p:nvSpPr>
          <p:spPr>
            <a:xfrm flipH="1">
              <a:off x="6916508" y="4348775"/>
              <a:ext cx="3262867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9"/>
            <p:cNvSpPr/>
            <p:nvPr/>
          </p:nvSpPr>
          <p:spPr>
            <a:xfrm>
              <a:off x="-831925" y="4348775"/>
              <a:ext cx="3723752" cy="151947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9"/>
            <p:cNvSpPr/>
            <p:nvPr/>
          </p:nvSpPr>
          <p:spPr>
            <a:xfrm rot="10800000">
              <a:off x="113074" y="-1355815"/>
              <a:ext cx="3652103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" name="Google Shape;99;p59"/>
            <p:cNvGrpSpPr/>
            <p:nvPr/>
          </p:nvGrpSpPr>
          <p:grpSpPr>
            <a:xfrm flipH="1">
              <a:off x="1219190" y="-396988"/>
              <a:ext cx="1991972" cy="1358680"/>
              <a:chOff x="2515671" y="3197633"/>
              <a:chExt cx="1672801" cy="1140885"/>
            </a:xfrm>
          </p:grpSpPr>
          <p:sp>
            <p:nvSpPr>
              <p:cNvPr id="100" name="Google Shape;100;p59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59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59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59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59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59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59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59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59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59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59"/>
            <p:cNvGrpSpPr/>
            <p:nvPr/>
          </p:nvGrpSpPr>
          <p:grpSpPr>
            <a:xfrm>
              <a:off x="-277050" y="906938"/>
              <a:ext cx="776084" cy="753982"/>
              <a:chOff x="789750" y="525938"/>
              <a:chExt cx="776084" cy="753982"/>
            </a:xfrm>
          </p:grpSpPr>
          <p:sp>
            <p:nvSpPr>
              <p:cNvPr id="111" name="Google Shape;111;p59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59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59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p59"/>
            <p:cNvSpPr/>
            <p:nvPr/>
          </p:nvSpPr>
          <p:spPr>
            <a:xfrm flipH="1" rot="10121334">
              <a:off x="-140008" y="2287532"/>
              <a:ext cx="2179158" cy="3801059"/>
            </a:xfrm>
            <a:custGeom>
              <a:rect b="b" l="l" r="r" t="t"/>
              <a:pathLst>
                <a:path extrusionOk="0" h="179868" w="89934">
                  <a:moveTo>
                    <a:pt x="0" y="179868"/>
                  </a:moveTo>
                  <a:cubicBezTo>
                    <a:pt x="16195" y="175818"/>
                    <a:pt x="31541" y="159951"/>
                    <a:pt x="34443" y="143512"/>
                  </a:cubicBezTo>
                  <a:cubicBezTo>
                    <a:pt x="37843" y="124249"/>
                    <a:pt x="26246" y="102591"/>
                    <a:pt x="34443" y="84831"/>
                  </a:cubicBezTo>
                  <a:cubicBezTo>
                    <a:pt x="41092" y="70425"/>
                    <a:pt x="63905" y="71014"/>
                    <a:pt x="74626" y="59318"/>
                  </a:cubicBezTo>
                  <a:cubicBezTo>
                    <a:pt x="83644" y="49480"/>
                    <a:pt x="89934" y="35669"/>
                    <a:pt x="89934" y="22324"/>
                  </a:cubicBezTo>
                  <a:cubicBezTo>
                    <a:pt x="89934" y="14228"/>
                    <a:pt x="83555" y="7442"/>
                    <a:pt x="8036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9"/>
            <p:cNvSpPr/>
            <p:nvPr/>
          </p:nvSpPr>
          <p:spPr>
            <a:xfrm flipH="1" rot="-839465">
              <a:off x="6037637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" name="Google Shape;116;p59"/>
            <p:cNvGrpSpPr/>
            <p:nvPr/>
          </p:nvGrpSpPr>
          <p:grpSpPr>
            <a:xfrm>
              <a:off x="7921455" y="480500"/>
              <a:ext cx="1540913" cy="481201"/>
              <a:chOff x="7921455" y="3606075"/>
              <a:chExt cx="1540913" cy="481201"/>
            </a:xfrm>
          </p:grpSpPr>
          <p:sp>
            <p:nvSpPr>
              <p:cNvPr id="117" name="Google Shape;117;p59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59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59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59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59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59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3" name="Google Shape;123;p59"/>
          <p:cNvSpPr txBox="1"/>
          <p:nvPr>
            <p:ph type="title"/>
          </p:nvPr>
        </p:nvSpPr>
        <p:spPr>
          <a:xfrm>
            <a:off x="1663488" y="273540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" name="Google Shape;124;p59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b="1" sz="7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25" name="Google Shape;125;p59"/>
          <p:cNvSpPr txBox="1"/>
          <p:nvPr>
            <p:ph idx="1" type="subTitle"/>
          </p:nvPr>
        </p:nvSpPr>
        <p:spPr>
          <a:xfrm>
            <a:off x="1679120" y="3806354"/>
            <a:ext cx="5801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86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129" name="Google Shape;129;p86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6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6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86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6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6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80"/>
          <p:cNvGrpSpPr/>
          <p:nvPr/>
        </p:nvGrpSpPr>
        <p:grpSpPr>
          <a:xfrm>
            <a:off x="-5152203" y="-1346773"/>
            <a:ext cx="16391075" cy="8896186"/>
            <a:chOff x="-5152203" y="-1346773"/>
            <a:chExt cx="16391075" cy="8896186"/>
          </a:xfrm>
        </p:grpSpPr>
        <p:sp>
          <p:nvSpPr>
            <p:cNvPr id="138" name="Google Shape;138;p80"/>
            <p:cNvSpPr/>
            <p:nvPr/>
          </p:nvSpPr>
          <p:spPr>
            <a:xfrm flipH="1" rot="172230">
              <a:off x="-4296494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0"/>
            <p:cNvSpPr/>
            <p:nvPr/>
          </p:nvSpPr>
          <p:spPr>
            <a:xfrm rot="-1758191">
              <a:off x="-2945413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0"/>
            <p:cNvSpPr/>
            <p:nvPr/>
          </p:nvSpPr>
          <p:spPr>
            <a:xfrm rot="1704555">
              <a:off x="-4573500" y="551576"/>
              <a:ext cx="6351101" cy="4040341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80"/>
            <p:cNvGrpSpPr/>
            <p:nvPr/>
          </p:nvGrpSpPr>
          <p:grpSpPr>
            <a:xfrm>
              <a:off x="7231634" y="-1346773"/>
              <a:ext cx="4007238" cy="8232501"/>
              <a:chOff x="-2032916" y="-1346773"/>
              <a:chExt cx="4007238" cy="8232501"/>
            </a:xfrm>
          </p:grpSpPr>
          <p:sp>
            <p:nvSpPr>
              <p:cNvPr id="142" name="Google Shape;142;p80"/>
              <p:cNvSpPr/>
              <p:nvPr/>
            </p:nvSpPr>
            <p:spPr>
              <a:xfrm rot="877307">
                <a:off x="-1426421" y="-983970"/>
                <a:ext cx="3165559" cy="2269433"/>
              </a:xfrm>
              <a:custGeom>
                <a:rect b="b" l="l" r="r" t="t"/>
                <a:pathLst>
                  <a:path extrusionOk="0" h="42594" w="59413">
                    <a:moveTo>
                      <a:pt x="49610" y="1"/>
                    </a:moveTo>
                    <a:cubicBezTo>
                      <a:pt x="48775" y="1"/>
                      <a:pt x="47898" y="134"/>
                      <a:pt x="46959" y="411"/>
                    </a:cubicBezTo>
                    <a:cubicBezTo>
                      <a:pt x="42833" y="1616"/>
                      <a:pt x="38639" y="2334"/>
                      <a:pt x="34354" y="2334"/>
                    </a:cubicBezTo>
                    <a:cubicBezTo>
                      <a:pt x="33854" y="2334"/>
                      <a:pt x="33353" y="2324"/>
                      <a:pt x="32850" y="2304"/>
                    </a:cubicBezTo>
                    <a:cubicBezTo>
                      <a:pt x="29017" y="2162"/>
                      <a:pt x="25213" y="1492"/>
                      <a:pt x="21384" y="1492"/>
                    </a:cubicBezTo>
                    <a:cubicBezTo>
                      <a:pt x="21063" y="1492"/>
                      <a:pt x="20742" y="1497"/>
                      <a:pt x="20420" y="1507"/>
                    </a:cubicBezTo>
                    <a:cubicBezTo>
                      <a:pt x="12383" y="1745"/>
                      <a:pt x="3966" y="6198"/>
                      <a:pt x="1370" y="13818"/>
                    </a:cubicBezTo>
                    <a:cubicBezTo>
                      <a:pt x="1" y="17854"/>
                      <a:pt x="382" y="22259"/>
                      <a:pt x="1215" y="26426"/>
                    </a:cubicBezTo>
                    <a:cubicBezTo>
                      <a:pt x="1989" y="30308"/>
                      <a:pt x="3215" y="34225"/>
                      <a:pt x="5752" y="37261"/>
                    </a:cubicBezTo>
                    <a:cubicBezTo>
                      <a:pt x="8561" y="40634"/>
                      <a:pt x="12939" y="42594"/>
                      <a:pt x="17317" y="42594"/>
                    </a:cubicBezTo>
                    <a:cubicBezTo>
                      <a:pt x="18209" y="42594"/>
                      <a:pt x="19101" y="42512"/>
                      <a:pt x="19979" y="42345"/>
                    </a:cubicBezTo>
                    <a:cubicBezTo>
                      <a:pt x="25159" y="41345"/>
                      <a:pt x="29671" y="37368"/>
                      <a:pt x="31302" y="32356"/>
                    </a:cubicBezTo>
                    <a:cubicBezTo>
                      <a:pt x="32350" y="29165"/>
                      <a:pt x="32350" y="25545"/>
                      <a:pt x="34291" y="22795"/>
                    </a:cubicBezTo>
                    <a:cubicBezTo>
                      <a:pt x="36243" y="20045"/>
                      <a:pt x="39708" y="18818"/>
                      <a:pt x="43030" y="18271"/>
                    </a:cubicBezTo>
                    <a:cubicBezTo>
                      <a:pt x="46352" y="17723"/>
                      <a:pt x="49793" y="17663"/>
                      <a:pt x="52948" y="16509"/>
                    </a:cubicBezTo>
                    <a:cubicBezTo>
                      <a:pt x="56115" y="15354"/>
                      <a:pt x="59068" y="12722"/>
                      <a:pt x="59270" y="9365"/>
                    </a:cubicBezTo>
                    <a:cubicBezTo>
                      <a:pt x="59413" y="6853"/>
                      <a:pt x="57984" y="4459"/>
                      <a:pt x="56067" y="2840"/>
                    </a:cubicBezTo>
                    <a:cubicBezTo>
                      <a:pt x="53931" y="1028"/>
                      <a:pt x="51930" y="1"/>
                      <a:pt x="49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80"/>
              <p:cNvSpPr/>
              <p:nvPr/>
            </p:nvSpPr>
            <p:spPr>
              <a:xfrm rot="8100000">
                <a:off x="-1750454" y="4390370"/>
                <a:ext cx="2564584" cy="1861209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8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5" name="Google Shape;145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76"/>
          <p:cNvGrpSpPr/>
          <p:nvPr/>
        </p:nvGrpSpPr>
        <p:grpSpPr>
          <a:xfrm>
            <a:off x="-838194" y="-870250"/>
            <a:ext cx="12659363" cy="7127022"/>
            <a:chOff x="-838194" y="-870250"/>
            <a:chExt cx="12659363" cy="7127022"/>
          </a:xfrm>
        </p:grpSpPr>
        <p:sp>
          <p:nvSpPr>
            <p:cNvPr id="148" name="Google Shape;148;p76"/>
            <p:cNvSpPr/>
            <p:nvPr/>
          </p:nvSpPr>
          <p:spPr>
            <a:xfrm flipH="1" rot="5400000">
              <a:off x="-303794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6"/>
            <p:cNvGrpSpPr/>
            <p:nvPr/>
          </p:nvGrpSpPr>
          <p:grpSpPr>
            <a:xfrm flipH="1">
              <a:off x="-304445" y="404434"/>
              <a:ext cx="1184449" cy="369893"/>
              <a:chOff x="406875" y="1912875"/>
              <a:chExt cx="1054625" cy="329350"/>
            </a:xfrm>
          </p:grpSpPr>
          <p:sp>
            <p:nvSpPr>
              <p:cNvPr id="150" name="Google Shape;150;p76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6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76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76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6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76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" name="Google Shape;156;p76"/>
            <p:cNvSpPr/>
            <p:nvPr/>
          </p:nvSpPr>
          <p:spPr>
            <a:xfrm flipH="1" rot="3766389">
              <a:off x="-739934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6"/>
            <p:cNvSpPr/>
            <p:nvPr/>
          </p:nvSpPr>
          <p:spPr>
            <a:xfrm flipH="1" rot="-6632008">
              <a:off x="8606392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6"/>
            <p:cNvSpPr/>
            <p:nvPr/>
          </p:nvSpPr>
          <p:spPr>
            <a:xfrm>
              <a:off x="787175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7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" name="Google Shape;160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72"/>
          <p:cNvGrpSpPr/>
          <p:nvPr/>
        </p:nvGrpSpPr>
        <p:grpSpPr>
          <a:xfrm>
            <a:off x="7661062" y="2637750"/>
            <a:ext cx="3977190" cy="2562231"/>
            <a:chOff x="7661062" y="2637750"/>
            <a:chExt cx="3977190" cy="2562231"/>
          </a:xfrm>
        </p:grpSpPr>
        <p:sp>
          <p:nvSpPr>
            <p:cNvPr id="163" name="Google Shape;163;p72"/>
            <p:cNvSpPr/>
            <p:nvPr/>
          </p:nvSpPr>
          <p:spPr>
            <a:xfrm rot="10800000">
              <a:off x="7661062" y="3304265"/>
              <a:ext cx="1482936" cy="1839230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2"/>
            <p:cNvSpPr/>
            <p:nvPr/>
          </p:nvSpPr>
          <p:spPr>
            <a:xfrm>
              <a:off x="8736525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72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72"/>
          <p:cNvSpPr txBox="1"/>
          <p:nvPr>
            <p:ph idx="1" type="subTitle"/>
          </p:nvPr>
        </p:nvSpPr>
        <p:spPr>
          <a:xfrm>
            <a:off x="5013725" y="2023675"/>
            <a:ext cx="30084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56"/>
          <p:cNvGrpSpPr/>
          <p:nvPr/>
        </p:nvGrpSpPr>
        <p:grpSpPr>
          <a:xfrm>
            <a:off x="-1039525" y="-2011689"/>
            <a:ext cx="11757032" cy="8250339"/>
            <a:chOff x="-1039525" y="-2011689"/>
            <a:chExt cx="11757032" cy="8250339"/>
          </a:xfrm>
        </p:grpSpPr>
        <p:sp>
          <p:nvSpPr>
            <p:cNvPr id="170" name="Google Shape;170;p56"/>
            <p:cNvSpPr/>
            <p:nvPr/>
          </p:nvSpPr>
          <p:spPr>
            <a:xfrm rot="6624582">
              <a:off x="-380582" y="-1607507"/>
              <a:ext cx="2418000" cy="2238462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6"/>
            <p:cNvSpPr/>
            <p:nvPr/>
          </p:nvSpPr>
          <p:spPr>
            <a:xfrm>
              <a:off x="-1039525" y="3902275"/>
              <a:ext cx="2771681" cy="1592943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6"/>
            <p:cNvSpPr/>
            <p:nvPr/>
          </p:nvSpPr>
          <p:spPr>
            <a:xfrm>
              <a:off x="-559122" y="0"/>
              <a:ext cx="2168999" cy="2974618"/>
            </a:xfrm>
            <a:custGeom>
              <a:rect b="b" l="l" r="r" t="t"/>
              <a:pathLst>
                <a:path extrusionOk="0" h="73064" w="53276">
                  <a:moveTo>
                    <a:pt x="0" y="73064"/>
                  </a:moveTo>
                  <a:cubicBezTo>
                    <a:pt x="8863" y="67159"/>
                    <a:pt x="16367" y="56786"/>
                    <a:pt x="17251" y="46173"/>
                  </a:cubicBezTo>
                  <a:cubicBezTo>
                    <a:pt x="17925" y="38081"/>
                    <a:pt x="11001" y="27559"/>
                    <a:pt x="16744" y="21818"/>
                  </a:cubicBezTo>
                  <a:cubicBezTo>
                    <a:pt x="26775" y="11790"/>
                    <a:pt x="53276" y="14184"/>
                    <a:pt x="53276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6"/>
            <p:cNvSpPr/>
            <p:nvPr/>
          </p:nvSpPr>
          <p:spPr>
            <a:xfrm rot="8100000">
              <a:off x="7492614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6"/>
            <p:cNvSpPr/>
            <p:nvPr/>
          </p:nvSpPr>
          <p:spPr>
            <a:xfrm>
              <a:off x="7022675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6"/>
            <p:cNvSpPr/>
            <p:nvPr/>
          </p:nvSpPr>
          <p:spPr>
            <a:xfrm rot="-1112926">
              <a:off x="7450920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56"/>
          <p:cNvSpPr txBox="1"/>
          <p:nvPr>
            <p:ph idx="1" type="subTitle"/>
          </p:nvPr>
        </p:nvSpPr>
        <p:spPr>
          <a:xfrm>
            <a:off x="598900" y="2617274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56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56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56"/>
          <p:cNvSpPr txBox="1"/>
          <p:nvPr>
            <p:ph idx="4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" name="Google Shape;180;p56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56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2" name="Google Shape;182;p5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3" name="Google Shape;183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70"/>
          <p:cNvSpPr/>
          <p:nvPr/>
        </p:nvSpPr>
        <p:spPr>
          <a:xfrm rot="-5400000">
            <a:off x="7833671" y="303782"/>
            <a:ext cx="1614146" cy="1006539"/>
          </a:xfrm>
          <a:custGeom>
            <a:rect b="b" l="l" r="r" t="t"/>
            <a:pathLst>
              <a:path extrusionOk="0" h="19897" w="31908">
                <a:moveTo>
                  <a:pt x="29851" y="0"/>
                </a:moveTo>
                <a:cubicBezTo>
                  <a:pt x="29701" y="0"/>
                  <a:pt x="29550" y="4"/>
                  <a:pt x="29399" y="11"/>
                </a:cubicBezTo>
                <a:cubicBezTo>
                  <a:pt x="25852" y="182"/>
                  <a:pt x="22475" y="2397"/>
                  <a:pt x="20906" y="5585"/>
                </a:cubicBezTo>
                <a:cubicBezTo>
                  <a:pt x="19908" y="7610"/>
                  <a:pt x="19562" y="10026"/>
                  <a:pt x="18011" y="11670"/>
                </a:cubicBezTo>
                <a:cubicBezTo>
                  <a:pt x="16460" y="13310"/>
                  <a:pt x="14034" y="13796"/>
                  <a:pt x="11770" y="13848"/>
                </a:cubicBezTo>
                <a:cubicBezTo>
                  <a:pt x="11569" y="13853"/>
                  <a:pt x="11368" y="13855"/>
                  <a:pt x="11166" y="13855"/>
                </a:cubicBezTo>
                <a:cubicBezTo>
                  <a:pt x="10164" y="13855"/>
                  <a:pt x="9157" y="13807"/>
                  <a:pt x="8156" y="13807"/>
                </a:cubicBezTo>
                <a:cubicBezTo>
                  <a:pt x="7093" y="13807"/>
                  <a:pt x="6036" y="13861"/>
                  <a:pt x="4998" y="14082"/>
                </a:cubicBezTo>
                <a:cubicBezTo>
                  <a:pt x="2783" y="14549"/>
                  <a:pt x="568" y="16019"/>
                  <a:pt x="115" y="18238"/>
                </a:cubicBezTo>
                <a:cubicBezTo>
                  <a:pt x="4" y="18783"/>
                  <a:pt x="0" y="19347"/>
                  <a:pt x="104" y="19896"/>
                </a:cubicBezTo>
                <a:lnTo>
                  <a:pt x="31908" y="19896"/>
                </a:lnTo>
                <a:lnTo>
                  <a:pt x="31908" y="223"/>
                </a:lnTo>
                <a:cubicBezTo>
                  <a:pt x="31231" y="76"/>
                  <a:pt x="30542" y="0"/>
                  <a:pt x="298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70"/>
          <p:cNvGrpSpPr/>
          <p:nvPr/>
        </p:nvGrpSpPr>
        <p:grpSpPr>
          <a:xfrm>
            <a:off x="8130145" y="404434"/>
            <a:ext cx="1184449" cy="369893"/>
            <a:chOff x="406875" y="1912875"/>
            <a:chExt cx="1054625" cy="329350"/>
          </a:xfrm>
        </p:grpSpPr>
        <p:sp>
          <p:nvSpPr>
            <p:cNvPr id="188" name="Google Shape;188;p70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0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0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0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0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0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70"/>
          <p:cNvSpPr/>
          <p:nvPr/>
        </p:nvSpPr>
        <p:spPr>
          <a:xfrm rot="877307">
            <a:off x="-1426421" y="-983970"/>
            <a:ext cx="3165559" cy="2269433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0"/>
          <p:cNvSpPr/>
          <p:nvPr/>
        </p:nvSpPr>
        <p:spPr>
          <a:xfrm rot="8100000">
            <a:off x="-1750454" y="4390370"/>
            <a:ext cx="2564584" cy="1861209"/>
          </a:xfrm>
          <a:custGeom>
            <a:rect b="b" l="l" r="r" t="t"/>
            <a:pathLst>
              <a:path extrusionOk="0" h="49305" w="67938">
                <a:moveTo>
                  <a:pt x="14289" y="1"/>
                </a:moveTo>
                <a:cubicBezTo>
                  <a:pt x="9240" y="1"/>
                  <a:pt x="4445" y="987"/>
                  <a:pt x="2143" y="6949"/>
                </a:cubicBezTo>
                <a:cubicBezTo>
                  <a:pt x="0" y="12497"/>
                  <a:pt x="2358" y="18974"/>
                  <a:pt x="6430" y="23308"/>
                </a:cubicBezTo>
                <a:cubicBezTo>
                  <a:pt x="10501" y="27630"/>
                  <a:pt x="16014" y="30273"/>
                  <a:pt x="21384" y="32821"/>
                </a:cubicBezTo>
                <a:lnTo>
                  <a:pt x="51233" y="46942"/>
                </a:lnTo>
                <a:cubicBezTo>
                  <a:pt x="53839" y="48173"/>
                  <a:pt x="56986" y="49304"/>
                  <a:pt x="59798" y="49304"/>
                </a:cubicBezTo>
                <a:cubicBezTo>
                  <a:pt x="61855" y="49304"/>
                  <a:pt x="63734" y="48699"/>
                  <a:pt x="65092" y="47085"/>
                </a:cubicBezTo>
                <a:cubicBezTo>
                  <a:pt x="67937" y="43703"/>
                  <a:pt x="66068" y="38607"/>
                  <a:pt x="64092" y="34654"/>
                </a:cubicBezTo>
                <a:cubicBezTo>
                  <a:pt x="59520" y="25510"/>
                  <a:pt x="54817" y="16164"/>
                  <a:pt x="47399" y="9139"/>
                </a:cubicBezTo>
                <a:cubicBezTo>
                  <a:pt x="39267" y="1412"/>
                  <a:pt x="31385" y="436"/>
                  <a:pt x="20884" y="234"/>
                </a:cubicBezTo>
                <a:cubicBezTo>
                  <a:pt x="18762" y="190"/>
                  <a:pt x="16501" y="1"/>
                  <a:pt x="142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0"/>
          <p:cNvSpPr/>
          <p:nvPr/>
        </p:nvSpPr>
        <p:spPr>
          <a:xfrm flipH="1" rot="3766389">
            <a:off x="8889831" y="2615416"/>
            <a:ext cx="1274801" cy="998738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0" name="Google Shape;200;p75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201" name="Google Shape;201;p75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5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5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5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5_1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73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208" name="Google Shape;208;p73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3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3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3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3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73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73"/>
          <p:cNvSpPr txBox="1"/>
          <p:nvPr>
            <p:ph idx="1" type="subTitle"/>
          </p:nvPr>
        </p:nvSpPr>
        <p:spPr>
          <a:xfrm>
            <a:off x="918425" y="1991150"/>
            <a:ext cx="2801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8" name="Google Shape;218;p74"/>
          <p:cNvGrpSpPr/>
          <p:nvPr/>
        </p:nvGrpSpPr>
        <p:grpSpPr>
          <a:xfrm>
            <a:off x="-2385730" y="-2750614"/>
            <a:ext cx="15381548" cy="9723514"/>
            <a:chOff x="-2385730" y="-2750614"/>
            <a:chExt cx="15381548" cy="9723514"/>
          </a:xfrm>
        </p:grpSpPr>
        <p:sp>
          <p:nvSpPr>
            <p:cNvPr id="219" name="Google Shape;219;p74"/>
            <p:cNvSpPr/>
            <p:nvPr/>
          </p:nvSpPr>
          <p:spPr>
            <a:xfrm flipH="1" rot="-877307">
              <a:off x="-2150546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0" name="Google Shape;220;p74"/>
            <p:cNvGrpSpPr/>
            <p:nvPr/>
          </p:nvGrpSpPr>
          <p:grpSpPr>
            <a:xfrm>
              <a:off x="-1336140" y="3551003"/>
              <a:ext cx="3108643" cy="1592487"/>
              <a:chOff x="-1336140" y="3551003"/>
              <a:chExt cx="3108643" cy="1592487"/>
            </a:xfrm>
          </p:grpSpPr>
          <p:sp>
            <p:nvSpPr>
              <p:cNvPr id="221" name="Google Shape;221;p74"/>
              <p:cNvSpPr/>
              <p:nvPr/>
            </p:nvSpPr>
            <p:spPr>
              <a:xfrm flipH="1">
                <a:off x="-133614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74"/>
              <p:cNvSpPr/>
              <p:nvPr/>
            </p:nvSpPr>
            <p:spPr>
              <a:xfrm>
                <a:off x="-89979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3" name="Google Shape;223;p74"/>
            <p:cNvSpPr/>
            <p:nvPr/>
          </p:nvSpPr>
          <p:spPr>
            <a:xfrm rot="-3793499">
              <a:off x="8047618" y="-2314524"/>
              <a:ext cx="3899865" cy="4748854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4"/>
            <p:cNvSpPr/>
            <p:nvPr/>
          </p:nvSpPr>
          <p:spPr>
            <a:xfrm rot="-9070590">
              <a:off x="8169150" y="3247834"/>
              <a:ext cx="4077524" cy="29232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4"/>
            <p:cNvSpPr/>
            <p:nvPr/>
          </p:nvSpPr>
          <p:spPr>
            <a:xfrm>
              <a:off x="6800650" y="-1811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65"/>
          <p:cNvGrpSpPr/>
          <p:nvPr/>
        </p:nvGrpSpPr>
        <p:grpSpPr>
          <a:xfrm>
            <a:off x="-3169368" y="-2777714"/>
            <a:ext cx="13741562" cy="10230010"/>
            <a:chOff x="-3169368" y="-2765539"/>
            <a:chExt cx="13741562" cy="10230010"/>
          </a:xfrm>
        </p:grpSpPr>
        <p:sp>
          <p:nvSpPr>
            <p:cNvPr id="229" name="Google Shape;229;p65"/>
            <p:cNvSpPr/>
            <p:nvPr/>
          </p:nvSpPr>
          <p:spPr>
            <a:xfrm rot="4266986">
              <a:off x="-3165217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5"/>
            <p:cNvSpPr/>
            <p:nvPr/>
          </p:nvSpPr>
          <p:spPr>
            <a:xfrm flipH="1" rot="7256537">
              <a:off x="5970315" y="35010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5"/>
            <p:cNvSpPr/>
            <p:nvPr/>
          </p:nvSpPr>
          <p:spPr>
            <a:xfrm rot="8100000">
              <a:off x="4833695" y="-1354186"/>
              <a:ext cx="5357490" cy="3296802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65"/>
          <p:cNvSpPr txBox="1"/>
          <p:nvPr>
            <p:ph type="title"/>
          </p:nvPr>
        </p:nvSpPr>
        <p:spPr>
          <a:xfrm>
            <a:off x="870525" y="464500"/>
            <a:ext cx="3817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3" name="Google Shape;233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57"/>
          <p:cNvGrpSpPr/>
          <p:nvPr/>
        </p:nvGrpSpPr>
        <p:grpSpPr>
          <a:xfrm>
            <a:off x="-2040650" y="-2133587"/>
            <a:ext cx="13515513" cy="9466609"/>
            <a:chOff x="-2040650" y="-2133587"/>
            <a:chExt cx="13515513" cy="9466609"/>
          </a:xfrm>
        </p:grpSpPr>
        <p:sp>
          <p:nvSpPr>
            <p:cNvPr id="236" name="Google Shape;236;p57"/>
            <p:cNvSpPr/>
            <p:nvPr/>
          </p:nvSpPr>
          <p:spPr>
            <a:xfrm rot="-4500033">
              <a:off x="6697214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57"/>
            <p:cNvSpPr/>
            <p:nvPr/>
          </p:nvSpPr>
          <p:spPr>
            <a:xfrm>
              <a:off x="5279100" y="-117250"/>
              <a:ext cx="3919625" cy="2194475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57"/>
            <p:cNvGrpSpPr/>
            <p:nvPr/>
          </p:nvGrpSpPr>
          <p:grpSpPr>
            <a:xfrm>
              <a:off x="7921455" y="3606075"/>
              <a:ext cx="1540913" cy="481201"/>
              <a:chOff x="7921455" y="3606075"/>
              <a:chExt cx="1540913" cy="481201"/>
            </a:xfrm>
          </p:grpSpPr>
          <p:sp>
            <p:nvSpPr>
              <p:cNvPr id="239" name="Google Shape;239;p5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5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5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5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5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5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5" name="Google Shape;245;p57"/>
            <p:cNvSpPr/>
            <p:nvPr/>
          </p:nvSpPr>
          <p:spPr>
            <a:xfrm rot="8100000">
              <a:off x="5016639" y="3839973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7"/>
            <p:cNvSpPr/>
            <p:nvPr/>
          </p:nvSpPr>
          <p:spPr>
            <a:xfrm rot="8100000">
              <a:off x="-1570711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7"/>
            <p:cNvSpPr/>
            <p:nvPr/>
          </p:nvSpPr>
          <p:spPr>
            <a:xfrm>
              <a:off x="-2040650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57"/>
            <p:cNvSpPr/>
            <p:nvPr/>
          </p:nvSpPr>
          <p:spPr>
            <a:xfrm rot="-1112926">
              <a:off x="-1612405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57"/>
            <p:cNvSpPr/>
            <p:nvPr/>
          </p:nvSpPr>
          <p:spPr>
            <a:xfrm rot="-1112926">
              <a:off x="-533446" y="51383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" name="Google Shape;250;p57"/>
            <p:cNvGrpSpPr/>
            <p:nvPr/>
          </p:nvGrpSpPr>
          <p:grpSpPr>
            <a:xfrm>
              <a:off x="6038525" y="4323688"/>
              <a:ext cx="503400" cy="560225"/>
              <a:chOff x="1385825" y="1052675"/>
              <a:chExt cx="503400" cy="560225"/>
            </a:xfrm>
          </p:grpSpPr>
          <p:sp>
            <p:nvSpPr>
              <p:cNvPr id="251" name="Google Shape;251;p57"/>
              <p:cNvSpPr/>
              <p:nvPr/>
            </p:nvSpPr>
            <p:spPr>
              <a:xfrm>
                <a:off x="1704675" y="1052675"/>
                <a:ext cx="184550" cy="242000"/>
              </a:xfrm>
              <a:custGeom>
                <a:rect b="b" l="l" r="r" t="t"/>
                <a:pathLst>
                  <a:path extrusionOk="0" h="9680" w="7382">
                    <a:moveTo>
                      <a:pt x="3456" y="1"/>
                    </a:moveTo>
                    <a:cubicBezTo>
                      <a:pt x="3246" y="1"/>
                      <a:pt x="3027" y="27"/>
                      <a:pt x="2798" y="82"/>
                    </a:cubicBezTo>
                    <a:cubicBezTo>
                      <a:pt x="226" y="690"/>
                      <a:pt x="0" y="4333"/>
                      <a:pt x="691" y="6369"/>
                    </a:cubicBezTo>
                    <a:cubicBezTo>
                      <a:pt x="1166" y="7775"/>
                      <a:pt x="2506" y="9679"/>
                      <a:pt x="4151" y="9679"/>
                    </a:cubicBezTo>
                    <a:cubicBezTo>
                      <a:pt x="4358" y="9679"/>
                      <a:pt x="4571" y="9649"/>
                      <a:pt x="4786" y="9584"/>
                    </a:cubicBezTo>
                    <a:cubicBezTo>
                      <a:pt x="5858" y="9262"/>
                      <a:pt x="6977" y="7548"/>
                      <a:pt x="7382" y="6262"/>
                    </a:cubicBezTo>
                    <a:cubicBezTo>
                      <a:pt x="7272" y="4112"/>
                      <a:pt x="6089" y="1"/>
                      <a:pt x="3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57"/>
              <p:cNvSpPr/>
              <p:nvPr/>
            </p:nvSpPr>
            <p:spPr>
              <a:xfrm>
                <a:off x="1429700" y="1447275"/>
                <a:ext cx="213975" cy="165625"/>
              </a:xfrm>
              <a:custGeom>
                <a:rect b="b" l="l" r="r" t="t"/>
                <a:pathLst>
                  <a:path extrusionOk="0" h="6625" w="8559">
                    <a:moveTo>
                      <a:pt x="5138" y="1"/>
                    </a:moveTo>
                    <a:cubicBezTo>
                      <a:pt x="2567" y="1"/>
                      <a:pt x="0" y="2986"/>
                      <a:pt x="2689" y="5599"/>
                    </a:cubicBezTo>
                    <a:cubicBezTo>
                      <a:pt x="3434" y="6322"/>
                      <a:pt x="4178" y="6625"/>
                      <a:pt x="4884" y="6625"/>
                    </a:cubicBezTo>
                    <a:cubicBezTo>
                      <a:pt x="6421" y="6625"/>
                      <a:pt x="7775" y="5184"/>
                      <a:pt x="8558" y="3503"/>
                    </a:cubicBezTo>
                    <a:cubicBezTo>
                      <a:pt x="8058" y="963"/>
                      <a:pt x="6597" y="1"/>
                      <a:pt x="5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57"/>
              <p:cNvSpPr/>
              <p:nvPr/>
            </p:nvSpPr>
            <p:spPr>
              <a:xfrm>
                <a:off x="1385825" y="1110750"/>
                <a:ext cx="143850" cy="148975"/>
              </a:xfrm>
              <a:custGeom>
                <a:rect b="b" l="l" r="r" t="t"/>
                <a:pathLst>
                  <a:path extrusionOk="0" h="5959" w="5754">
                    <a:moveTo>
                      <a:pt x="2286" y="0"/>
                    </a:moveTo>
                    <a:cubicBezTo>
                      <a:pt x="1803" y="0"/>
                      <a:pt x="1386" y="339"/>
                      <a:pt x="955" y="1093"/>
                    </a:cubicBezTo>
                    <a:cubicBezTo>
                      <a:pt x="1" y="2768"/>
                      <a:pt x="2128" y="5958"/>
                      <a:pt x="3672" y="5958"/>
                    </a:cubicBezTo>
                    <a:cubicBezTo>
                      <a:pt x="4092" y="5958"/>
                      <a:pt x="4469" y="5722"/>
                      <a:pt x="4729" y="5153"/>
                    </a:cubicBezTo>
                    <a:cubicBezTo>
                      <a:pt x="5753" y="3474"/>
                      <a:pt x="5325" y="2010"/>
                      <a:pt x="3765" y="736"/>
                    </a:cubicBezTo>
                    <a:cubicBezTo>
                      <a:pt x="3185" y="262"/>
                      <a:pt x="2710" y="0"/>
                      <a:pt x="22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57"/>
            <p:cNvGrpSpPr/>
            <p:nvPr/>
          </p:nvGrpSpPr>
          <p:grpSpPr>
            <a:xfrm rot="10800000">
              <a:off x="836811" y="-289262"/>
              <a:ext cx="1237698" cy="844067"/>
              <a:chOff x="1801400" y="1820650"/>
              <a:chExt cx="1004625" cy="685175"/>
            </a:xfrm>
          </p:grpSpPr>
          <p:sp>
            <p:nvSpPr>
              <p:cNvPr id="255" name="Google Shape;255;p57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57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57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57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57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57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57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57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57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57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5" name="Google Shape;265;p57"/>
            <p:cNvSpPr/>
            <p:nvPr/>
          </p:nvSpPr>
          <p:spPr>
            <a:xfrm flipH="1">
              <a:off x="8439900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57"/>
          <p:cNvSpPr txBox="1"/>
          <p:nvPr>
            <p:ph type="title"/>
          </p:nvPr>
        </p:nvSpPr>
        <p:spPr>
          <a:xfrm flipH="1">
            <a:off x="4004850" y="1597425"/>
            <a:ext cx="4030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7" name="Google Shape;267;p57"/>
          <p:cNvSpPr txBox="1"/>
          <p:nvPr>
            <p:ph idx="1" type="subTitle"/>
          </p:nvPr>
        </p:nvSpPr>
        <p:spPr>
          <a:xfrm flipH="1">
            <a:off x="4004850" y="2241675"/>
            <a:ext cx="39195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8" name="Google Shape;26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53"/>
          <p:cNvGrpSpPr/>
          <p:nvPr/>
        </p:nvGrpSpPr>
        <p:grpSpPr>
          <a:xfrm>
            <a:off x="-2837634" y="-1646790"/>
            <a:ext cx="12939082" cy="8693843"/>
            <a:chOff x="-2837634" y="-1646790"/>
            <a:chExt cx="12939082" cy="8693843"/>
          </a:xfrm>
        </p:grpSpPr>
        <p:sp>
          <p:nvSpPr>
            <p:cNvPr id="271" name="Google Shape;271;p53"/>
            <p:cNvSpPr/>
            <p:nvPr/>
          </p:nvSpPr>
          <p:spPr>
            <a:xfrm rot="-2407657">
              <a:off x="-2224511" y="-624058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3"/>
            <p:cNvSpPr/>
            <p:nvPr/>
          </p:nvSpPr>
          <p:spPr>
            <a:xfrm>
              <a:off x="-2130950" y="-1227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3"/>
            <p:cNvSpPr/>
            <p:nvPr/>
          </p:nvSpPr>
          <p:spPr>
            <a:xfrm rot="-1758268">
              <a:off x="-2594423" y="4409852"/>
              <a:ext cx="3487537" cy="1905645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3"/>
            <p:cNvSpPr/>
            <p:nvPr/>
          </p:nvSpPr>
          <p:spPr>
            <a:xfrm rot="9183085">
              <a:off x="6991467" y="-1172186"/>
              <a:ext cx="2691512" cy="249166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53"/>
            <p:cNvSpPr/>
            <p:nvPr/>
          </p:nvSpPr>
          <p:spPr>
            <a:xfrm flipH="1">
              <a:off x="6607779" y="4474070"/>
              <a:ext cx="2703610" cy="831744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53"/>
          <p:cNvSpPr txBox="1"/>
          <p:nvPr>
            <p:ph idx="1" type="body"/>
          </p:nvPr>
        </p:nvSpPr>
        <p:spPr>
          <a:xfrm>
            <a:off x="713400" y="1143010"/>
            <a:ext cx="7717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277" name="Google Shape;277;p53"/>
          <p:cNvSpPr txBox="1"/>
          <p:nvPr>
            <p:ph type="title"/>
          </p:nvPr>
        </p:nvSpPr>
        <p:spPr>
          <a:xfrm>
            <a:off x="529325" y="445025"/>
            <a:ext cx="8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8" name="Google Shape;27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58"/>
          <p:cNvGrpSpPr/>
          <p:nvPr/>
        </p:nvGrpSpPr>
        <p:grpSpPr>
          <a:xfrm>
            <a:off x="-3149648" y="-2306631"/>
            <a:ext cx="12752347" cy="9639653"/>
            <a:chOff x="-3149648" y="-2306631"/>
            <a:chExt cx="12752347" cy="9639653"/>
          </a:xfrm>
        </p:grpSpPr>
        <p:sp>
          <p:nvSpPr>
            <p:cNvPr id="281" name="Google Shape;281;p58"/>
            <p:cNvSpPr/>
            <p:nvPr/>
          </p:nvSpPr>
          <p:spPr>
            <a:xfrm rot="-4500033">
              <a:off x="-2433336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8"/>
            <p:cNvSpPr/>
            <p:nvPr/>
          </p:nvSpPr>
          <p:spPr>
            <a:xfrm rot="8100000">
              <a:off x="4142474" y="-1300378"/>
              <a:ext cx="4069419" cy="2953321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8"/>
            <p:cNvSpPr/>
            <p:nvPr/>
          </p:nvSpPr>
          <p:spPr>
            <a:xfrm flipH="1">
              <a:off x="-1016175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8"/>
            <p:cNvSpPr/>
            <p:nvPr/>
          </p:nvSpPr>
          <p:spPr>
            <a:xfrm flipH="1">
              <a:off x="6225969" y="3635625"/>
              <a:ext cx="2918006" cy="150788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58"/>
            <p:cNvSpPr/>
            <p:nvPr/>
          </p:nvSpPr>
          <p:spPr>
            <a:xfrm flipH="1" rot="5400000">
              <a:off x="-121158" y="-72729"/>
              <a:ext cx="1931533" cy="1951923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8"/>
            <p:cNvSpPr/>
            <p:nvPr/>
          </p:nvSpPr>
          <p:spPr>
            <a:xfrm flipH="1">
              <a:off x="2554236" y="2984225"/>
              <a:ext cx="6836610" cy="4207247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" name="Google Shape;287;p58"/>
            <p:cNvGrpSpPr/>
            <p:nvPr/>
          </p:nvGrpSpPr>
          <p:grpSpPr>
            <a:xfrm>
              <a:off x="-269145" y="3606075"/>
              <a:ext cx="1540913" cy="481201"/>
              <a:chOff x="-269145" y="3606075"/>
              <a:chExt cx="1540913" cy="481201"/>
            </a:xfrm>
          </p:grpSpPr>
          <p:sp>
            <p:nvSpPr>
              <p:cNvPr id="288" name="Google Shape;288;p58"/>
              <p:cNvSpPr/>
              <p:nvPr/>
            </p:nvSpPr>
            <p:spPr>
              <a:xfrm flipH="1">
                <a:off x="-246075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58"/>
              <p:cNvSpPr/>
              <p:nvPr/>
            </p:nvSpPr>
            <p:spPr>
              <a:xfrm flipH="1">
                <a:off x="-259565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58"/>
              <p:cNvSpPr/>
              <p:nvPr/>
            </p:nvSpPr>
            <p:spPr>
              <a:xfrm flipH="1">
                <a:off x="-26914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58"/>
              <p:cNvSpPr/>
              <p:nvPr/>
            </p:nvSpPr>
            <p:spPr>
              <a:xfrm flipH="1">
                <a:off x="-262643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58"/>
              <p:cNvSpPr/>
              <p:nvPr/>
            </p:nvSpPr>
            <p:spPr>
              <a:xfrm flipH="1">
                <a:off x="-263844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58"/>
              <p:cNvSpPr/>
              <p:nvPr/>
            </p:nvSpPr>
            <p:spPr>
              <a:xfrm flipH="1">
                <a:off x="-23781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58"/>
            <p:cNvGrpSpPr/>
            <p:nvPr/>
          </p:nvGrpSpPr>
          <p:grpSpPr>
            <a:xfrm>
              <a:off x="8826616" y="906938"/>
              <a:ext cx="776084" cy="753982"/>
              <a:chOff x="789750" y="525938"/>
              <a:chExt cx="776084" cy="753982"/>
            </a:xfrm>
          </p:grpSpPr>
          <p:sp>
            <p:nvSpPr>
              <p:cNvPr id="295" name="Google Shape;295;p58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58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58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8" name="Google Shape;298;p58"/>
          <p:cNvSpPr txBox="1"/>
          <p:nvPr>
            <p:ph type="title"/>
          </p:nvPr>
        </p:nvSpPr>
        <p:spPr>
          <a:xfrm>
            <a:off x="2835375" y="3287686"/>
            <a:ext cx="3473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9" name="Google Shape;299;p58"/>
          <p:cNvSpPr txBox="1"/>
          <p:nvPr>
            <p:ph idx="1" type="subTitle"/>
          </p:nvPr>
        </p:nvSpPr>
        <p:spPr>
          <a:xfrm>
            <a:off x="1190700" y="1696300"/>
            <a:ext cx="67626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0" name="Google Shape;300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7_1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60"/>
          <p:cNvGrpSpPr/>
          <p:nvPr/>
        </p:nvGrpSpPr>
        <p:grpSpPr>
          <a:xfrm>
            <a:off x="-3677380" y="-1431326"/>
            <a:ext cx="12240241" cy="6102651"/>
            <a:chOff x="-3677380" y="-1431326"/>
            <a:chExt cx="12240241" cy="6102651"/>
          </a:xfrm>
        </p:grpSpPr>
        <p:sp>
          <p:nvSpPr>
            <p:cNvPr id="303" name="Google Shape;303;p60"/>
            <p:cNvSpPr/>
            <p:nvPr/>
          </p:nvSpPr>
          <p:spPr>
            <a:xfrm flipH="1" rot="1628965">
              <a:off x="5013945" y="977869"/>
              <a:ext cx="2986111" cy="318777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60"/>
            <p:cNvSpPr/>
            <p:nvPr/>
          </p:nvSpPr>
          <p:spPr>
            <a:xfrm flipH="1" rot="-839465">
              <a:off x="-3375313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" name="Google Shape;305;p60"/>
            <p:cNvGrpSpPr/>
            <p:nvPr/>
          </p:nvGrpSpPr>
          <p:grpSpPr>
            <a:xfrm flipH="1">
              <a:off x="-187120" y="480500"/>
              <a:ext cx="1540913" cy="481201"/>
              <a:chOff x="7921455" y="3606075"/>
              <a:chExt cx="1540913" cy="481201"/>
            </a:xfrm>
          </p:grpSpPr>
          <p:sp>
            <p:nvSpPr>
              <p:cNvPr id="306" name="Google Shape;306;p60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" name="Google Shape;312;p60"/>
          <p:cNvSpPr txBox="1"/>
          <p:nvPr>
            <p:ph type="title"/>
          </p:nvPr>
        </p:nvSpPr>
        <p:spPr>
          <a:xfrm>
            <a:off x="713400" y="1942475"/>
            <a:ext cx="37377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3" name="Google Shape;313;p60"/>
          <p:cNvSpPr txBox="1"/>
          <p:nvPr>
            <p:ph idx="1" type="subTitle"/>
          </p:nvPr>
        </p:nvSpPr>
        <p:spPr>
          <a:xfrm>
            <a:off x="713400" y="3666718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4" name="Google Shape;314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85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317" name="Google Shape;317;p85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85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85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85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85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62"/>
          <p:cNvGrpSpPr/>
          <p:nvPr/>
        </p:nvGrpSpPr>
        <p:grpSpPr>
          <a:xfrm>
            <a:off x="-2986769" y="-1639262"/>
            <a:ext cx="15572359" cy="8753780"/>
            <a:chOff x="-2986769" y="-1639262"/>
            <a:chExt cx="15572359" cy="8753780"/>
          </a:xfrm>
        </p:grpSpPr>
        <p:sp>
          <p:nvSpPr>
            <p:cNvPr id="325" name="Google Shape;325;p62"/>
            <p:cNvSpPr/>
            <p:nvPr/>
          </p:nvSpPr>
          <p:spPr>
            <a:xfrm>
              <a:off x="7175181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2"/>
            <p:cNvSpPr/>
            <p:nvPr/>
          </p:nvSpPr>
          <p:spPr>
            <a:xfrm rot="1027604">
              <a:off x="6501316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62"/>
            <p:cNvSpPr/>
            <p:nvPr/>
          </p:nvSpPr>
          <p:spPr>
            <a:xfrm rot="-3345144">
              <a:off x="-607838" y="2601200"/>
              <a:ext cx="2493549" cy="2156636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62"/>
            <p:cNvSpPr/>
            <p:nvPr/>
          </p:nvSpPr>
          <p:spPr>
            <a:xfrm rot="-9527621">
              <a:off x="-2595950" y="3551313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62"/>
            <p:cNvSpPr/>
            <p:nvPr/>
          </p:nvSpPr>
          <p:spPr>
            <a:xfrm rot="9155300">
              <a:off x="66178" y="-1061197"/>
              <a:ext cx="2889036" cy="1549063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62"/>
            <p:cNvSpPr/>
            <p:nvPr/>
          </p:nvSpPr>
          <p:spPr>
            <a:xfrm flipH="1" rot="9031361">
              <a:off x="805091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62"/>
            <p:cNvGrpSpPr/>
            <p:nvPr/>
          </p:nvGrpSpPr>
          <p:grpSpPr>
            <a:xfrm>
              <a:off x="7717625" y="2331150"/>
              <a:ext cx="1540913" cy="481201"/>
              <a:chOff x="7921455" y="3606075"/>
              <a:chExt cx="1540913" cy="481201"/>
            </a:xfrm>
          </p:grpSpPr>
          <p:sp>
            <p:nvSpPr>
              <p:cNvPr id="332" name="Google Shape;332;p62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62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62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62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62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62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8" name="Google Shape;338;p62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9" name="Google Shape;339;p62"/>
          <p:cNvSpPr txBox="1"/>
          <p:nvPr>
            <p:ph idx="1" type="subTitle"/>
          </p:nvPr>
        </p:nvSpPr>
        <p:spPr>
          <a:xfrm>
            <a:off x="2686063" y="186914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62"/>
          <p:cNvSpPr txBox="1"/>
          <p:nvPr>
            <p:ph idx="2" type="subTitle"/>
          </p:nvPr>
        </p:nvSpPr>
        <p:spPr>
          <a:xfrm>
            <a:off x="2686063" y="149190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62"/>
          <p:cNvSpPr txBox="1"/>
          <p:nvPr>
            <p:ph idx="3" type="subTitle"/>
          </p:nvPr>
        </p:nvSpPr>
        <p:spPr>
          <a:xfrm>
            <a:off x="3981465" y="345591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62"/>
          <p:cNvSpPr txBox="1"/>
          <p:nvPr>
            <p:ph idx="4" type="subTitle"/>
          </p:nvPr>
        </p:nvSpPr>
        <p:spPr>
          <a:xfrm>
            <a:off x="3981468" y="310572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3" name="Google Shape;343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55"/>
          <p:cNvGrpSpPr/>
          <p:nvPr/>
        </p:nvGrpSpPr>
        <p:grpSpPr>
          <a:xfrm>
            <a:off x="-2386928" y="-2484851"/>
            <a:ext cx="13064555" cy="8662720"/>
            <a:chOff x="-2386928" y="-2484851"/>
            <a:chExt cx="13064555" cy="8662720"/>
          </a:xfrm>
        </p:grpSpPr>
        <p:sp>
          <p:nvSpPr>
            <p:cNvPr id="346" name="Google Shape;346;p55"/>
            <p:cNvSpPr/>
            <p:nvPr/>
          </p:nvSpPr>
          <p:spPr>
            <a:xfrm rot="8490882">
              <a:off x="-1055713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55"/>
            <p:cNvSpPr/>
            <p:nvPr/>
          </p:nvSpPr>
          <p:spPr>
            <a:xfrm flipH="1" rot="-7929751">
              <a:off x="7066034" y="-1815527"/>
              <a:ext cx="3064005" cy="2836463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55"/>
            <p:cNvSpPr/>
            <p:nvPr/>
          </p:nvSpPr>
          <p:spPr>
            <a:xfrm rot="337853">
              <a:off x="-220885" y="-334374"/>
              <a:ext cx="2687094" cy="2017462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55"/>
            <p:cNvSpPr/>
            <p:nvPr/>
          </p:nvSpPr>
          <p:spPr>
            <a:xfrm flipH="1" rot="5400000">
              <a:off x="7426290" y="2774970"/>
              <a:ext cx="1124020" cy="4211373"/>
            </a:xfrm>
            <a:custGeom>
              <a:rect b="b" l="l" r="r" t="t"/>
              <a:pathLst>
                <a:path extrusionOk="0" h="25556" w="8735">
                  <a:moveTo>
                    <a:pt x="0" y="0"/>
                  </a:moveTo>
                  <a:lnTo>
                    <a:pt x="0" y="25425"/>
                  </a:lnTo>
                  <a:cubicBezTo>
                    <a:pt x="1841" y="24987"/>
                    <a:pt x="3859" y="25555"/>
                    <a:pt x="5529" y="24698"/>
                  </a:cubicBezTo>
                  <a:cubicBezTo>
                    <a:pt x="7410" y="23733"/>
                    <a:pt x="8735" y="21418"/>
                    <a:pt x="7878" y="19340"/>
                  </a:cubicBezTo>
                  <a:cubicBezTo>
                    <a:pt x="6909" y="16999"/>
                    <a:pt x="3878" y="15856"/>
                    <a:pt x="3332" y="13384"/>
                  </a:cubicBezTo>
                  <a:cubicBezTo>
                    <a:pt x="2924" y="11544"/>
                    <a:pt x="4089" y="9744"/>
                    <a:pt x="5310" y="8308"/>
                  </a:cubicBezTo>
                  <a:cubicBezTo>
                    <a:pt x="6535" y="6872"/>
                    <a:pt x="7945" y="5403"/>
                    <a:pt x="8163" y="3529"/>
                  </a:cubicBezTo>
                  <a:cubicBezTo>
                    <a:pt x="8316" y="2230"/>
                    <a:pt x="7792" y="965"/>
                    <a:pt x="6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55"/>
            <p:cNvSpPr/>
            <p:nvPr/>
          </p:nvSpPr>
          <p:spPr>
            <a:xfrm flipH="1">
              <a:off x="5878750" y="3360075"/>
              <a:ext cx="3341450" cy="2017475"/>
            </a:xfrm>
            <a:custGeom>
              <a:rect b="b" l="l" r="r" t="t"/>
              <a:pathLst>
                <a:path extrusionOk="0" h="80699" w="133658">
                  <a:moveTo>
                    <a:pt x="133658" y="77775"/>
                  </a:moveTo>
                  <a:cubicBezTo>
                    <a:pt x="120547" y="84331"/>
                    <a:pt x="101547" y="78911"/>
                    <a:pt x="90513" y="69260"/>
                  </a:cubicBezTo>
                  <a:cubicBezTo>
                    <a:pt x="79188" y="59354"/>
                    <a:pt x="75019" y="41359"/>
                    <a:pt x="61561" y="34630"/>
                  </a:cubicBezTo>
                  <a:cubicBezTo>
                    <a:pt x="49976" y="28837"/>
                    <a:pt x="35931" y="30404"/>
                    <a:pt x="23525" y="26682"/>
                  </a:cubicBezTo>
                  <a:cubicBezTo>
                    <a:pt x="16635" y="24615"/>
                    <a:pt x="8828" y="22557"/>
                    <a:pt x="4223" y="17031"/>
                  </a:cubicBezTo>
                  <a:cubicBezTo>
                    <a:pt x="517" y="12583"/>
                    <a:pt x="-1014" y="5492"/>
                    <a:pt x="81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" name="Google Shape;351;p55"/>
            <p:cNvGrpSpPr/>
            <p:nvPr/>
          </p:nvGrpSpPr>
          <p:grpSpPr>
            <a:xfrm>
              <a:off x="-828070" y="4520475"/>
              <a:ext cx="1540913" cy="481201"/>
              <a:chOff x="-828070" y="4520475"/>
              <a:chExt cx="1540913" cy="481201"/>
            </a:xfrm>
          </p:grpSpPr>
          <p:sp>
            <p:nvSpPr>
              <p:cNvPr id="352" name="Google Shape;352;p55"/>
              <p:cNvSpPr/>
              <p:nvPr/>
            </p:nvSpPr>
            <p:spPr>
              <a:xfrm flipH="1">
                <a:off x="-805000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5"/>
              <p:cNvSpPr/>
              <p:nvPr/>
            </p:nvSpPr>
            <p:spPr>
              <a:xfrm flipH="1">
                <a:off x="-818490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55"/>
              <p:cNvSpPr/>
              <p:nvPr/>
            </p:nvSpPr>
            <p:spPr>
              <a:xfrm flipH="1">
                <a:off x="-828070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55"/>
              <p:cNvSpPr/>
              <p:nvPr/>
            </p:nvSpPr>
            <p:spPr>
              <a:xfrm flipH="1">
                <a:off x="-821568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5"/>
              <p:cNvSpPr/>
              <p:nvPr/>
            </p:nvSpPr>
            <p:spPr>
              <a:xfrm flipH="1">
                <a:off x="-822769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55"/>
              <p:cNvSpPr/>
              <p:nvPr/>
            </p:nvSpPr>
            <p:spPr>
              <a:xfrm flipH="1">
                <a:off x="-796740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8" name="Google Shape;358;p55"/>
            <p:cNvSpPr/>
            <p:nvPr/>
          </p:nvSpPr>
          <p:spPr>
            <a:xfrm flipH="1" rot="8434906">
              <a:off x="710513" y="4615900"/>
              <a:ext cx="1362443" cy="118980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5"/>
            <p:cNvSpPr/>
            <p:nvPr/>
          </p:nvSpPr>
          <p:spPr>
            <a:xfrm rot="-170229">
              <a:off x="-2343654" y="-695364"/>
              <a:ext cx="3829236" cy="184337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55"/>
          <p:cNvSpPr txBox="1"/>
          <p:nvPr>
            <p:ph type="title"/>
          </p:nvPr>
        </p:nvSpPr>
        <p:spPr>
          <a:xfrm>
            <a:off x="4310175" y="1540750"/>
            <a:ext cx="37377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1" name="Google Shape;361;p55"/>
          <p:cNvSpPr txBox="1"/>
          <p:nvPr>
            <p:ph idx="1" type="subTitle"/>
          </p:nvPr>
        </p:nvSpPr>
        <p:spPr>
          <a:xfrm>
            <a:off x="4310175" y="2658049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2" name="Google Shape;362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61"/>
          <p:cNvGrpSpPr/>
          <p:nvPr/>
        </p:nvGrpSpPr>
        <p:grpSpPr>
          <a:xfrm>
            <a:off x="1249575" y="1189000"/>
            <a:ext cx="9835334" cy="5649243"/>
            <a:chOff x="1249575" y="1189000"/>
            <a:chExt cx="9835334" cy="5649243"/>
          </a:xfrm>
        </p:grpSpPr>
        <p:sp>
          <p:nvSpPr>
            <p:cNvPr id="365" name="Google Shape;365;p61"/>
            <p:cNvSpPr/>
            <p:nvPr/>
          </p:nvSpPr>
          <p:spPr>
            <a:xfrm>
              <a:off x="1249575" y="1189000"/>
              <a:ext cx="2986200" cy="2765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1"/>
            <p:cNvSpPr/>
            <p:nvPr/>
          </p:nvSpPr>
          <p:spPr>
            <a:xfrm rot="-9527621">
              <a:off x="6614992" y="3275038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61"/>
            <p:cNvSpPr/>
            <p:nvPr/>
          </p:nvSpPr>
          <p:spPr>
            <a:xfrm flipH="1" rot="6927987">
              <a:off x="6184865" y="3026784"/>
              <a:ext cx="2997290" cy="3028931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61"/>
          <p:cNvSpPr txBox="1"/>
          <p:nvPr>
            <p:ph type="title"/>
          </p:nvPr>
        </p:nvSpPr>
        <p:spPr>
          <a:xfrm>
            <a:off x="4702200" y="528190"/>
            <a:ext cx="37377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9" name="Google Shape;369;p61"/>
          <p:cNvSpPr txBox="1"/>
          <p:nvPr>
            <p:ph idx="1" type="subTitle"/>
          </p:nvPr>
        </p:nvSpPr>
        <p:spPr>
          <a:xfrm>
            <a:off x="4702200" y="2098461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0" name="Google Shape;370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63"/>
          <p:cNvGrpSpPr/>
          <p:nvPr/>
        </p:nvGrpSpPr>
        <p:grpSpPr>
          <a:xfrm>
            <a:off x="-1650982" y="-2229799"/>
            <a:ext cx="13089870" cy="9204688"/>
            <a:chOff x="-1650982" y="-2229799"/>
            <a:chExt cx="13089870" cy="9204688"/>
          </a:xfrm>
        </p:grpSpPr>
        <p:sp>
          <p:nvSpPr>
            <p:cNvPr id="373" name="Google Shape;373;p63"/>
            <p:cNvSpPr/>
            <p:nvPr/>
          </p:nvSpPr>
          <p:spPr>
            <a:xfrm>
              <a:off x="-1650982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63"/>
            <p:cNvSpPr/>
            <p:nvPr/>
          </p:nvSpPr>
          <p:spPr>
            <a:xfrm flipH="1" rot="-1027604">
              <a:off x="-191247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63"/>
            <p:cNvSpPr/>
            <p:nvPr/>
          </p:nvSpPr>
          <p:spPr>
            <a:xfrm flipH="1" rot="9031361">
              <a:off x="-77525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" name="Google Shape;376;p63"/>
            <p:cNvGrpSpPr/>
            <p:nvPr/>
          </p:nvGrpSpPr>
          <p:grpSpPr>
            <a:xfrm flipH="1">
              <a:off x="-194137" y="2331150"/>
              <a:ext cx="1540913" cy="481201"/>
              <a:chOff x="7921455" y="3606075"/>
              <a:chExt cx="1540913" cy="481201"/>
            </a:xfrm>
          </p:grpSpPr>
          <p:sp>
            <p:nvSpPr>
              <p:cNvPr id="377" name="Google Shape;377;p63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63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63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63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63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63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3" name="Google Shape;383;p63"/>
            <p:cNvSpPr/>
            <p:nvPr/>
          </p:nvSpPr>
          <p:spPr>
            <a:xfrm rot="-3982753">
              <a:off x="5835440" y="3138286"/>
              <a:ext cx="3829107" cy="1843317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3"/>
            <p:cNvSpPr/>
            <p:nvPr/>
          </p:nvSpPr>
          <p:spPr>
            <a:xfrm flipH="1" rot="-9195687">
              <a:off x="6501541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63"/>
            <p:cNvGrpSpPr/>
            <p:nvPr/>
          </p:nvGrpSpPr>
          <p:grpSpPr>
            <a:xfrm flipH="1" rot="10800000">
              <a:off x="8028940" y="4098287"/>
              <a:ext cx="1991972" cy="1358680"/>
              <a:chOff x="2515671" y="3197633"/>
              <a:chExt cx="1672801" cy="1140885"/>
            </a:xfrm>
          </p:grpSpPr>
          <p:sp>
            <p:nvSpPr>
              <p:cNvPr id="386" name="Google Shape;386;p63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63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63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63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63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63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63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63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63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63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6" name="Google Shape;396;p63"/>
          <p:cNvSpPr txBox="1"/>
          <p:nvPr>
            <p:ph type="title"/>
          </p:nvPr>
        </p:nvSpPr>
        <p:spPr>
          <a:xfrm>
            <a:off x="1598850" y="1179450"/>
            <a:ext cx="59463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7" name="Google Shape;39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64"/>
          <p:cNvGrpSpPr/>
          <p:nvPr/>
        </p:nvGrpSpPr>
        <p:grpSpPr>
          <a:xfrm>
            <a:off x="-3310975" y="-2229799"/>
            <a:ext cx="13461643" cy="8722113"/>
            <a:chOff x="-3310975" y="-2229799"/>
            <a:chExt cx="13461643" cy="8722113"/>
          </a:xfrm>
        </p:grpSpPr>
        <p:sp>
          <p:nvSpPr>
            <p:cNvPr id="400" name="Google Shape;400;p64"/>
            <p:cNvSpPr/>
            <p:nvPr/>
          </p:nvSpPr>
          <p:spPr>
            <a:xfrm rot="10158921">
              <a:off x="322475" y="4229087"/>
              <a:ext cx="2786726" cy="2022425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64"/>
            <p:cNvSpPr/>
            <p:nvPr/>
          </p:nvSpPr>
          <p:spPr>
            <a:xfrm flipH="1" rot="-9195687">
              <a:off x="-2793234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4"/>
            <p:cNvSpPr/>
            <p:nvPr/>
          </p:nvSpPr>
          <p:spPr>
            <a:xfrm flipH="1" rot="-2050324">
              <a:off x="-1201315" y="576395"/>
              <a:ext cx="3829420" cy="1843314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4"/>
            <p:cNvGrpSpPr/>
            <p:nvPr/>
          </p:nvGrpSpPr>
          <p:grpSpPr>
            <a:xfrm flipH="1" rot="10800000">
              <a:off x="-1104396" y="4098287"/>
              <a:ext cx="1991972" cy="1358680"/>
              <a:chOff x="2515671" y="3197633"/>
              <a:chExt cx="1672801" cy="1140885"/>
            </a:xfrm>
          </p:grpSpPr>
          <p:sp>
            <p:nvSpPr>
              <p:cNvPr id="404" name="Google Shape;404;p64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4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4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4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4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4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4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4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4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4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64"/>
            <p:cNvSpPr/>
            <p:nvPr/>
          </p:nvSpPr>
          <p:spPr>
            <a:xfrm rot="4266986">
              <a:off x="5941296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64"/>
          <p:cNvSpPr txBox="1"/>
          <p:nvPr>
            <p:ph type="title"/>
          </p:nvPr>
        </p:nvSpPr>
        <p:spPr>
          <a:xfrm>
            <a:off x="1749575" y="729815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16" name="Google Shape;416;p64"/>
          <p:cNvSpPr txBox="1"/>
          <p:nvPr>
            <p:ph idx="1" type="subTitle"/>
          </p:nvPr>
        </p:nvSpPr>
        <p:spPr>
          <a:xfrm>
            <a:off x="1411975" y="1457675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7" name="Google Shape;417;p64"/>
          <p:cNvSpPr txBox="1"/>
          <p:nvPr>
            <p:ph idx="2" type="title"/>
          </p:nvPr>
        </p:nvSpPr>
        <p:spPr>
          <a:xfrm>
            <a:off x="3273575" y="2033051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18" name="Google Shape;418;p64"/>
          <p:cNvSpPr txBox="1"/>
          <p:nvPr>
            <p:ph idx="3" type="subTitle"/>
          </p:nvPr>
        </p:nvSpPr>
        <p:spPr>
          <a:xfrm>
            <a:off x="2935950" y="2757900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64"/>
          <p:cNvSpPr txBox="1"/>
          <p:nvPr>
            <p:ph idx="4" type="title"/>
          </p:nvPr>
        </p:nvSpPr>
        <p:spPr>
          <a:xfrm>
            <a:off x="1749575" y="3335904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20" name="Google Shape;420;p64"/>
          <p:cNvSpPr txBox="1"/>
          <p:nvPr>
            <p:ph idx="5" type="subTitle"/>
          </p:nvPr>
        </p:nvSpPr>
        <p:spPr>
          <a:xfrm>
            <a:off x="1411975" y="4049801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1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66"/>
          <p:cNvGrpSpPr/>
          <p:nvPr/>
        </p:nvGrpSpPr>
        <p:grpSpPr>
          <a:xfrm>
            <a:off x="-3220467" y="-625762"/>
            <a:ext cx="17094901" cy="8665937"/>
            <a:chOff x="-3220467" y="-625762"/>
            <a:chExt cx="17094901" cy="8665937"/>
          </a:xfrm>
        </p:grpSpPr>
        <p:sp>
          <p:nvSpPr>
            <p:cNvPr id="424" name="Google Shape;424;p66"/>
            <p:cNvSpPr/>
            <p:nvPr/>
          </p:nvSpPr>
          <p:spPr>
            <a:xfrm flipH="1" rot="7256537">
              <a:off x="-2957210" y="36094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5" name="Google Shape;425;p66"/>
            <p:cNvGrpSpPr/>
            <p:nvPr/>
          </p:nvGrpSpPr>
          <p:grpSpPr>
            <a:xfrm>
              <a:off x="-3005080" y="-625762"/>
              <a:ext cx="16879515" cy="8665937"/>
              <a:chOff x="-3005080" y="-625762"/>
              <a:chExt cx="16879515" cy="8665937"/>
            </a:xfrm>
          </p:grpSpPr>
          <p:sp>
            <p:nvSpPr>
              <p:cNvPr id="426" name="Google Shape;426;p66"/>
              <p:cNvSpPr/>
              <p:nvPr/>
            </p:nvSpPr>
            <p:spPr>
              <a:xfrm>
                <a:off x="7921450" y="-403803"/>
                <a:ext cx="3128375" cy="2270372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6"/>
              <p:cNvSpPr/>
              <p:nvPr/>
            </p:nvSpPr>
            <p:spPr>
              <a:xfrm flipH="1" rot="-9195687">
                <a:off x="6686716" y="3873276"/>
                <a:ext cx="4419606" cy="3351875"/>
              </a:xfrm>
              <a:custGeom>
                <a:rect b="b" l="l" r="r" t="t"/>
                <a:pathLst>
                  <a:path extrusionOk="0" h="65783" w="86738">
                    <a:moveTo>
                      <a:pt x="55984" y="1"/>
                    </a:moveTo>
                    <a:cubicBezTo>
                      <a:pt x="53362" y="1"/>
                      <a:pt x="50762" y="503"/>
                      <a:pt x="48328" y="1601"/>
                    </a:cubicBezTo>
                    <a:cubicBezTo>
                      <a:pt x="43840" y="3637"/>
                      <a:pt x="40030" y="7530"/>
                      <a:pt x="35124" y="7958"/>
                    </a:cubicBezTo>
                    <a:cubicBezTo>
                      <a:pt x="34817" y="7985"/>
                      <a:pt x="34511" y="7998"/>
                      <a:pt x="34206" y="7998"/>
                    </a:cubicBezTo>
                    <a:cubicBezTo>
                      <a:pt x="30577" y="7998"/>
                      <a:pt x="27105" y="6224"/>
                      <a:pt x="23492" y="5565"/>
                    </a:cubicBezTo>
                    <a:cubicBezTo>
                      <a:pt x="22463" y="5385"/>
                      <a:pt x="21429" y="5296"/>
                      <a:pt x="20400" y="5296"/>
                    </a:cubicBezTo>
                    <a:cubicBezTo>
                      <a:pt x="16533" y="5296"/>
                      <a:pt x="12740" y="6548"/>
                      <a:pt x="9609" y="8899"/>
                    </a:cubicBezTo>
                    <a:cubicBezTo>
                      <a:pt x="4858" y="12519"/>
                      <a:pt x="1" y="21258"/>
                      <a:pt x="3692" y="26889"/>
                    </a:cubicBezTo>
                    <a:cubicBezTo>
                      <a:pt x="5573" y="29747"/>
                      <a:pt x="8585" y="31616"/>
                      <a:pt x="11324" y="33688"/>
                    </a:cubicBezTo>
                    <a:cubicBezTo>
                      <a:pt x="14050" y="35760"/>
                      <a:pt x="16717" y="38355"/>
                      <a:pt x="17324" y="41725"/>
                    </a:cubicBezTo>
                    <a:cubicBezTo>
                      <a:pt x="17896" y="44915"/>
                      <a:pt x="16503" y="48118"/>
                      <a:pt x="16277" y="51357"/>
                    </a:cubicBezTo>
                    <a:cubicBezTo>
                      <a:pt x="15695" y="59377"/>
                      <a:pt x="22656" y="65782"/>
                      <a:pt x="30119" y="65782"/>
                    </a:cubicBezTo>
                    <a:cubicBezTo>
                      <a:pt x="31829" y="65782"/>
                      <a:pt x="33565" y="65446"/>
                      <a:pt x="35243" y="64715"/>
                    </a:cubicBezTo>
                    <a:cubicBezTo>
                      <a:pt x="39541" y="62846"/>
                      <a:pt x="42911" y="58774"/>
                      <a:pt x="47566" y="58227"/>
                    </a:cubicBezTo>
                    <a:cubicBezTo>
                      <a:pt x="47935" y="58183"/>
                      <a:pt x="48299" y="58162"/>
                      <a:pt x="48659" y="58162"/>
                    </a:cubicBezTo>
                    <a:cubicBezTo>
                      <a:pt x="54581" y="58162"/>
                      <a:pt x="59427" y="63773"/>
                      <a:pt x="65330" y="65311"/>
                    </a:cubicBezTo>
                    <a:cubicBezTo>
                      <a:pt x="66408" y="65592"/>
                      <a:pt x="67510" y="65725"/>
                      <a:pt x="68612" y="65725"/>
                    </a:cubicBezTo>
                    <a:cubicBezTo>
                      <a:pt x="72647" y="65725"/>
                      <a:pt x="76691" y="63942"/>
                      <a:pt x="79618" y="61108"/>
                    </a:cubicBezTo>
                    <a:cubicBezTo>
                      <a:pt x="83356" y="57512"/>
                      <a:pt x="85428" y="52416"/>
                      <a:pt x="86083" y="47273"/>
                    </a:cubicBezTo>
                    <a:cubicBezTo>
                      <a:pt x="86738" y="42117"/>
                      <a:pt x="86095" y="36891"/>
                      <a:pt x="85047" y="31807"/>
                    </a:cubicBezTo>
                    <a:cubicBezTo>
                      <a:pt x="83190" y="22877"/>
                      <a:pt x="79892" y="13888"/>
                      <a:pt x="73403" y="7482"/>
                    </a:cubicBezTo>
                    <a:cubicBezTo>
                      <a:pt x="73272" y="7351"/>
                      <a:pt x="73141" y="7220"/>
                      <a:pt x="73010" y="7101"/>
                    </a:cubicBezTo>
                    <a:cubicBezTo>
                      <a:pt x="68441" y="2774"/>
                      <a:pt x="62149" y="1"/>
                      <a:pt x="55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8" name="Google Shape;428;p66"/>
              <p:cNvGrpSpPr/>
              <p:nvPr/>
            </p:nvGrpSpPr>
            <p:grpSpPr>
              <a:xfrm>
                <a:off x="7921455" y="480500"/>
                <a:ext cx="1540913" cy="481201"/>
                <a:chOff x="7921455" y="3606075"/>
                <a:chExt cx="1540913" cy="481201"/>
              </a:xfrm>
            </p:grpSpPr>
            <p:sp>
              <p:nvSpPr>
                <p:cNvPr id="429" name="Google Shape;429;p66"/>
                <p:cNvSpPr/>
                <p:nvPr/>
              </p:nvSpPr>
              <p:spPr>
                <a:xfrm>
                  <a:off x="8682083" y="4059734"/>
                  <a:ext cx="757215" cy="27542"/>
                </a:xfrm>
                <a:custGeom>
                  <a:rect b="b" l="l" r="r" t="t"/>
                  <a:pathLst>
                    <a:path extrusionOk="0" h="754" w="20730">
                      <a:moveTo>
                        <a:pt x="452" y="1"/>
                      </a:moveTo>
                      <a:cubicBezTo>
                        <a:pt x="361" y="1"/>
                        <a:pt x="270" y="6"/>
                        <a:pt x="179" y="22"/>
                      </a:cubicBezTo>
                      <a:cubicBezTo>
                        <a:pt x="1" y="94"/>
                        <a:pt x="25" y="355"/>
                        <a:pt x="215" y="391"/>
                      </a:cubicBezTo>
                      <a:cubicBezTo>
                        <a:pt x="1668" y="570"/>
                        <a:pt x="3120" y="582"/>
                        <a:pt x="4573" y="653"/>
                      </a:cubicBezTo>
                      <a:cubicBezTo>
                        <a:pt x="5371" y="653"/>
                        <a:pt x="6168" y="701"/>
                        <a:pt x="6966" y="701"/>
                      </a:cubicBezTo>
                      <a:cubicBezTo>
                        <a:pt x="7919" y="713"/>
                        <a:pt x="8871" y="748"/>
                        <a:pt x="9835" y="748"/>
                      </a:cubicBezTo>
                      <a:cubicBezTo>
                        <a:pt x="10522" y="752"/>
                        <a:pt x="11207" y="754"/>
                        <a:pt x="11892" y="754"/>
                      </a:cubicBezTo>
                      <a:cubicBezTo>
                        <a:pt x="13262" y="754"/>
                        <a:pt x="14630" y="748"/>
                        <a:pt x="16003" y="748"/>
                      </a:cubicBezTo>
                      <a:cubicBezTo>
                        <a:pt x="16717" y="736"/>
                        <a:pt x="17432" y="748"/>
                        <a:pt x="18146" y="713"/>
                      </a:cubicBezTo>
                      <a:cubicBezTo>
                        <a:pt x="18765" y="689"/>
                        <a:pt x="19384" y="665"/>
                        <a:pt x="20003" y="617"/>
                      </a:cubicBezTo>
                      <a:cubicBezTo>
                        <a:pt x="20206" y="617"/>
                        <a:pt x="20408" y="570"/>
                        <a:pt x="20599" y="510"/>
                      </a:cubicBezTo>
                      <a:cubicBezTo>
                        <a:pt x="20730" y="463"/>
                        <a:pt x="20718" y="236"/>
                        <a:pt x="20563" y="236"/>
                      </a:cubicBezTo>
                      <a:cubicBezTo>
                        <a:pt x="20253" y="236"/>
                        <a:pt x="19944" y="236"/>
                        <a:pt x="19634" y="225"/>
                      </a:cubicBezTo>
                      <a:cubicBezTo>
                        <a:pt x="19278" y="204"/>
                        <a:pt x="18920" y="199"/>
                        <a:pt x="18561" y="199"/>
                      </a:cubicBezTo>
                      <a:cubicBezTo>
                        <a:pt x="18224" y="199"/>
                        <a:pt x="17885" y="203"/>
                        <a:pt x="17547" y="203"/>
                      </a:cubicBezTo>
                      <a:cubicBezTo>
                        <a:pt x="17413" y="203"/>
                        <a:pt x="17280" y="203"/>
                        <a:pt x="17146" y="201"/>
                      </a:cubicBezTo>
                      <a:cubicBezTo>
                        <a:pt x="15169" y="189"/>
                        <a:pt x="13193" y="189"/>
                        <a:pt x="11217" y="189"/>
                      </a:cubicBezTo>
                      <a:cubicBezTo>
                        <a:pt x="10812" y="192"/>
                        <a:pt x="10406" y="193"/>
                        <a:pt x="10000" y="193"/>
                      </a:cubicBezTo>
                      <a:cubicBezTo>
                        <a:pt x="8782" y="193"/>
                        <a:pt x="7558" y="180"/>
                        <a:pt x="6335" y="153"/>
                      </a:cubicBezTo>
                      <a:cubicBezTo>
                        <a:pt x="5525" y="141"/>
                        <a:pt x="4716" y="141"/>
                        <a:pt x="3894" y="105"/>
                      </a:cubicBezTo>
                      <a:cubicBezTo>
                        <a:pt x="3814" y="107"/>
                        <a:pt x="3733" y="107"/>
                        <a:pt x="3653" y="107"/>
                      </a:cubicBezTo>
                      <a:cubicBezTo>
                        <a:pt x="2840" y="107"/>
                        <a:pt x="2028" y="57"/>
                        <a:pt x="1215" y="46"/>
                      </a:cubicBezTo>
                      <a:cubicBezTo>
                        <a:pt x="961" y="46"/>
                        <a:pt x="706" y="1"/>
                        <a:pt x="4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66"/>
                <p:cNvSpPr/>
                <p:nvPr/>
              </p:nvSpPr>
              <p:spPr>
                <a:xfrm>
                  <a:off x="8269808" y="3971376"/>
                  <a:ext cx="1182980" cy="47705"/>
                </a:xfrm>
                <a:custGeom>
                  <a:rect b="b" l="l" r="r" t="t"/>
                  <a:pathLst>
                    <a:path extrusionOk="0" h="1306" w="32386">
                      <a:moveTo>
                        <a:pt x="27075" y="11"/>
                      </a:moveTo>
                      <a:cubicBezTo>
                        <a:pt x="26687" y="11"/>
                        <a:pt x="26298" y="12"/>
                        <a:pt x="25909" y="12"/>
                      </a:cubicBezTo>
                      <a:cubicBezTo>
                        <a:pt x="25206" y="24"/>
                        <a:pt x="24504" y="0"/>
                        <a:pt x="23801" y="48"/>
                      </a:cubicBezTo>
                      <a:cubicBezTo>
                        <a:pt x="23289" y="60"/>
                        <a:pt x="22777" y="60"/>
                        <a:pt x="22277" y="72"/>
                      </a:cubicBezTo>
                      <a:cubicBezTo>
                        <a:pt x="22233" y="71"/>
                        <a:pt x="22188" y="70"/>
                        <a:pt x="22144" y="70"/>
                      </a:cubicBezTo>
                      <a:cubicBezTo>
                        <a:pt x="21750" y="70"/>
                        <a:pt x="21375" y="109"/>
                        <a:pt x="20973" y="109"/>
                      </a:cubicBezTo>
                      <a:cubicBezTo>
                        <a:pt x="20928" y="109"/>
                        <a:pt x="20883" y="109"/>
                        <a:pt x="20837" y="107"/>
                      </a:cubicBezTo>
                      <a:cubicBezTo>
                        <a:pt x="20337" y="107"/>
                        <a:pt x="19848" y="155"/>
                        <a:pt x="19348" y="155"/>
                      </a:cubicBezTo>
                      <a:cubicBezTo>
                        <a:pt x="19015" y="167"/>
                        <a:pt x="18682" y="155"/>
                        <a:pt x="18348" y="191"/>
                      </a:cubicBezTo>
                      <a:cubicBezTo>
                        <a:pt x="17896" y="215"/>
                        <a:pt x="17455" y="191"/>
                        <a:pt x="17003" y="238"/>
                      </a:cubicBezTo>
                      <a:cubicBezTo>
                        <a:pt x="16503" y="262"/>
                        <a:pt x="16003" y="238"/>
                        <a:pt x="15515" y="286"/>
                      </a:cubicBezTo>
                      <a:cubicBezTo>
                        <a:pt x="14991" y="310"/>
                        <a:pt x="14467" y="286"/>
                        <a:pt x="13943" y="334"/>
                      </a:cubicBezTo>
                      <a:cubicBezTo>
                        <a:pt x="13455" y="358"/>
                        <a:pt x="12979" y="346"/>
                        <a:pt x="12502" y="369"/>
                      </a:cubicBezTo>
                      <a:cubicBezTo>
                        <a:pt x="12086" y="405"/>
                        <a:pt x="11669" y="393"/>
                        <a:pt x="11252" y="405"/>
                      </a:cubicBezTo>
                      <a:cubicBezTo>
                        <a:pt x="10919" y="405"/>
                        <a:pt x="10562" y="441"/>
                        <a:pt x="10216" y="441"/>
                      </a:cubicBezTo>
                      <a:cubicBezTo>
                        <a:pt x="9407" y="453"/>
                        <a:pt x="8585" y="441"/>
                        <a:pt x="7776" y="477"/>
                      </a:cubicBezTo>
                      <a:lnTo>
                        <a:pt x="4859" y="500"/>
                      </a:lnTo>
                      <a:cubicBezTo>
                        <a:pt x="3596" y="560"/>
                        <a:pt x="2334" y="512"/>
                        <a:pt x="1072" y="560"/>
                      </a:cubicBezTo>
                      <a:cubicBezTo>
                        <a:pt x="787" y="596"/>
                        <a:pt x="465" y="560"/>
                        <a:pt x="191" y="679"/>
                      </a:cubicBezTo>
                      <a:cubicBezTo>
                        <a:pt x="1" y="786"/>
                        <a:pt x="13" y="1072"/>
                        <a:pt x="227" y="1143"/>
                      </a:cubicBezTo>
                      <a:cubicBezTo>
                        <a:pt x="537" y="1203"/>
                        <a:pt x="858" y="1227"/>
                        <a:pt x="1168" y="1227"/>
                      </a:cubicBezTo>
                      <a:cubicBezTo>
                        <a:pt x="1953" y="1286"/>
                        <a:pt x="2739" y="1239"/>
                        <a:pt x="3513" y="1286"/>
                      </a:cubicBezTo>
                      <a:cubicBezTo>
                        <a:pt x="4573" y="1300"/>
                        <a:pt x="5629" y="1306"/>
                        <a:pt x="6684" y="1306"/>
                      </a:cubicBezTo>
                      <a:cubicBezTo>
                        <a:pt x="7429" y="1306"/>
                        <a:pt x="8174" y="1303"/>
                        <a:pt x="8919" y="1298"/>
                      </a:cubicBezTo>
                      <a:cubicBezTo>
                        <a:pt x="9166" y="1298"/>
                        <a:pt x="9416" y="1300"/>
                        <a:pt x="9666" y="1300"/>
                      </a:cubicBezTo>
                      <a:cubicBezTo>
                        <a:pt x="10041" y="1300"/>
                        <a:pt x="10416" y="1296"/>
                        <a:pt x="10788" y="1274"/>
                      </a:cubicBezTo>
                      <a:cubicBezTo>
                        <a:pt x="11228" y="1262"/>
                        <a:pt x="11669" y="1262"/>
                        <a:pt x="12109" y="1262"/>
                      </a:cubicBezTo>
                      <a:cubicBezTo>
                        <a:pt x="12316" y="1258"/>
                        <a:pt x="12521" y="1258"/>
                        <a:pt x="12725" y="1258"/>
                      </a:cubicBezTo>
                      <a:cubicBezTo>
                        <a:pt x="13133" y="1258"/>
                        <a:pt x="13538" y="1258"/>
                        <a:pt x="13943" y="1227"/>
                      </a:cubicBezTo>
                      <a:cubicBezTo>
                        <a:pt x="14538" y="1215"/>
                        <a:pt x="15122" y="1203"/>
                        <a:pt x="15717" y="1203"/>
                      </a:cubicBezTo>
                      <a:cubicBezTo>
                        <a:pt x="16693" y="1143"/>
                        <a:pt x="17670" y="1167"/>
                        <a:pt x="18634" y="1143"/>
                      </a:cubicBezTo>
                      <a:cubicBezTo>
                        <a:pt x="19444" y="1096"/>
                        <a:pt x="20265" y="1143"/>
                        <a:pt x="21075" y="1084"/>
                      </a:cubicBezTo>
                      <a:cubicBezTo>
                        <a:pt x="21575" y="1060"/>
                        <a:pt x="22075" y="1084"/>
                        <a:pt x="22563" y="1036"/>
                      </a:cubicBezTo>
                      <a:cubicBezTo>
                        <a:pt x="24432" y="977"/>
                        <a:pt x="26302" y="846"/>
                        <a:pt x="28183" y="786"/>
                      </a:cubicBezTo>
                      <a:cubicBezTo>
                        <a:pt x="28778" y="786"/>
                        <a:pt x="29385" y="739"/>
                        <a:pt x="29981" y="739"/>
                      </a:cubicBezTo>
                      <a:cubicBezTo>
                        <a:pt x="30085" y="740"/>
                        <a:pt x="30190" y="741"/>
                        <a:pt x="30295" y="741"/>
                      </a:cubicBezTo>
                      <a:cubicBezTo>
                        <a:pt x="30836" y="741"/>
                        <a:pt x="31385" y="715"/>
                        <a:pt x="31933" y="655"/>
                      </a:cubicBezTo>
                      <a:cubicBezTo>
                        <a:pt x="32064" y="643"/>
                        <a:pt x="32183" y="596"/>
                        <a:pt x="32291" y="536"/>
                      </a:cubicBezTo>
                      <a:cubicBezTo>
                        <a:pt x="32362" y="465"/>
                        <a:pt x="32386" y="346"/>
                        <a:pt x="32338" y="250"/>
                      </a:cubicBezTo>
                      <a:cubicBezTo>
                        <a:pt x="32279" y="165"/>
                        <a:pt x="32183" y="153"/>
                        <a:pt x="32085" y="153"/>
                      </a:cubicBezTo>
                      <a:cubicBezTo>
                        <a:pt x="32046" y="153"/>
                        <a:pt x="32006" y="155"/>
                        <a:pt x="31969" y="155"/>
                      </a:cubicBezTo>
                      <a:cubicBezTo>
                        <a:pt x="31112" y="107"/>
                        <a:pt x="30255" y="48"/>
                        <a:pt x="29397" y="48"/>
                      </a:cubicBezTo>
                      <a:cubicBezTo>
                        <a:pt x="28627" y="16"/>
                        <a:pt x="27852" y="11"/>
                        <a:pt x="27075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66"/>
                <p:cNvSpPr/>
                <p:nvPr/>
              </p:nvSpPr>
              <p:spPr>
                <a:xfrm>
                  <a:off x="7921455" y="3856391"/>
                  <a:ext cx="1540913" cy="46207"/>
                </a:xfrm>
                <a:custGeom>
                  <a:rect b="b" l="l" r="r" t="t"/>
                  <a:pathLst>
                    <a:path extrusionOk="0" h="1265" w="42185">
                      <a:moveTo>
                        <a:pt x="13798" y="0"/>
                      </a:moveTo>
                      <a:cubicBezTo>
                        <a:pt x="12704" y="0"/>
                        <a:pt x="11612" y="9"/>
                        <a:pt x="10526" y="17"/>
                      </a:cubicBezTo>
                      <a:cubicBezTo>
                        <a:pt x="9657" y="77"/>
                        <a:pt x="8800" y="41"/>
                        <a:pt x="7942" y="77"/>
                      </a:cubicBezTo>
                      <a:cubicBezTo>
                        <a:pt x="7359" y="112"/>
                        <a:pt x="6787" y="88"/>
                        <a:pt x="6216" y="136"/>
                      </a:cubicBezTo>
                      <a:cubicBezTo>
                        <a:pt x="5716" y="136"/>
                        <a:pt x="5216" y="196"/>
                        <a:pt x="4716" y="196"/>
                      </a:cubicBezTo>
                      <a:cubicBezTo>
                        <a:pt x="3906" y="207"/>
                        <a:pt x="3096" y="243"/>
                        <a:pt x="2287" y="243"/>
                      </a:cubicBezTo>
                      <a:cubicBezTo>
                        <a:pt x="1715" y="267"/>
                        <a:pt x="1144" y="243"/>
                        <a:pt x="572" y="291"/>
                      </a:cubicBezTo>
                      <a:cubicBezTo>
                        <a:pt x="382" y="315"/>
                        <a:pt x="120" y="267"/>
                        <a:pt x="1" y="458"/>
                      </a:cubicBezTo>
                      <a:cubicBezTo>
                        <a:pt x="227" y="541"/>
                        <a:pt x="418" y="672"/>
                        <a:pt x="632" y="755"/>
                      </a:cubicBezTo>
                      <a:cubicBezTo>
                        <a:pt x="1001" y="803"/>
                        <a:pt x="1358" y="815"/>
                        <a:pt x="1727" y="815"/>
                      </a:cubicBezTo>
                      <a:cubicBezTo>
                        <a:pt x="1969" y="819"/>
                        <a:pt x="2213" y="820"/>
                        <a:pt x="2457" y="820"/>
                      </a:cubicBezTo>
                      <a:cubicBezTo>
                        <a:pt x="2944" y="820"/>
                        <a:pt x="3434" y="815"/>
                        <a:pt x="3918" y="815"/>
                      </a:cubicBezTo>
                      <a:cubicBezTo>
                        <a:pt x="4355" y="815"/>
                        <a:pt x="4791" y="799"/>
                        <a:pt x="5228" y="799"/>
                      </a:cubicBezTo>
                      <a:cubicBezTo>
                        <a:pt x="5446" y="799"/>
                        <a:pt x="5664" y="803"/>
                        <a:pt x="5883" y="815"/>
                      </a:cubicBezTo>
                      <a:cubicBezTo>
                        <a:pt x="6966" y="791"/>
                        <a:pt x="8049" y="791"/>
                        <a:pt x="9133" y="779"/>
                      </a:cubicBezTo>
                      <a:cubicBezTo>
                        <a:pt x="9645" y="779"/>
                        <a:pt x="10157" y="743"/>
                        <a:pt x="10669" y="743"/>
                      </a:cubicBezTo>
                      <a:cubicBezTo>
                        <a:pt x="11708" y="733"/>
                        <a:pt x="12747" y="725"/>
                        <a:pt x="13786" y="725"/>
                      </a:cubicBezTo>
                      <a:cubicBezTo>
                        <a:pt x="15138" y="725"/>
                        <a:pt x="16489" y="739"/>
                        <a:pt x="17836" y="779"/>
                      </a:cubicBezTo>
                      <a:cubicBezTo>
                        <a:pt x="18539" y="779"/>
                        <a:pt x="19241" y="839"/>
                        <a:pt x="19944" y="839"/>
                      </a:cubicBezTo>
                      <a:cubicBezTo>
                        <a:pt x="19981" y="837"/>
                        <a:pt x="20018" y="837"/>
                        <a:pt x="20055" y="837"/>
                      </a:cubicBezTo>
                      <a:cubicBezTo>
                        <a:pt x="20351" y="837"/>
                        <a:pt x="20649" y="874"/>
                        <a:pt x="20956" y="874"/>
                      </a:cubicBezTo>
                      <a:cubicBezTo>
                        <a:pt x="21456" y="874"/>
                        <a:pt x="21968" y="934"/>
                        <a:pt x="22480" y="934"/>
                      </a:cubicBezTo>
                      <a:cubicBezTo>
                        <a:pt x="22873" y="958"/>
                        <a:pt x="23278" y="981"/>
                        <a:pt x="23682" y="981"/>
                      </a:cubicBezTo>
                      <a:cubicBezTo>
                        <a:pt x="24230" y="1029"/>
                        <a:pt x="24790" y="1005"/>
                        <a:pt x="25349" y="1065"/>
                      </a:cubicBezTo>
                      <a:cubicBezTo>
                        <a:pt x="25945" y="1065"/>
                        <a:pt x="26528" y="1112"/>
                        <a:pt x="27123" y="1112"/>
                      </a:cubicBezTo>
                      <a:cubicBezTo>
                        <a:pt x="27492" y="1112"/>
                        <a:pt x="27850" y="1160"/>
                        <a:pt x="28219" y="1160"/>
                      </a:cubicBezTo>
                      <a:cubicBezTo>
                        <a:pt x="28778" y="1160"/>
                        <a:pt x="29338" y="1208"/>
                        <a:pt x="29897" y="1208"/>
                      </a:cubicBezTo>
                      <a:cubicBezTo>
                        <a:pt x="30505" y="1208"/>
                        <a:pt x="31112" y="1255"/>
                        <a:pt x="31719" y="1255"/>
                      </a:cubicBezTo>
                      <a:cubicBezTo>
                        <a:pt x="32118" y="1261"/>
                        <a:pt x="32517" y="1264"/>
                        <a:pt x="32916" y="1264"/>
                      </a:cubicBezTo>
                      <a:cubicBezTo>
                        <a:pt x="33315" y="1264"/>
                        <a:pt x="33713" y="1261"/>
                        <a:pt x="34112" y="1255"/>
                      </a:cubicBezTo>
                      <a:cubicBezTo>
                        <a:pt x="34636" y="1208"/>
                        <a:pt x="35160" y="1220"/>
                        <a:pt x="35684" y="1208"/>
                      </a:cubicBezTo>
                      <a:cubicBezTo>
                        <a:pt x="36529" y="1160"/>
                        <a:pt x="37375" y="1148"/>
                        <a:pt x="38232" y="1077"/>
                      </a:cubicBezTo>
                      <a:cubicBezTo>
                        <a:pt x="39458" y="1017"/>
                        <a:pt x="40685" y="922"/>
                        <a:pt x="41911" y="922"/>
                      </a:cubicBezTo>
                      <a:cubicBezTo>
                        <a:pt x="41923" y="923"/>
                        <a:pt x="41936" y="924"/>
                        <a:pt x="41949" y="924"/>
                      </a:cubicBezTo>
                      <a:cubicBezTo>
                        <a:pt x="42049" y="924"/>
                        <a:pt x="42162" y="880"/>
                        <a:pt x="42173" y="743"/>
                      </a:cubicBezTo>
                      <a:cubicBezTo>
                        <a:pt x="42185" y="588"/>
                        <a:pt x="42006" y="517"/>
                        <a:pt x="41887" y="481"/>
                      </a:cubicBezTo>
                      <a:cubicBezTo>
                        <a:pt x="41482" y="386"/>
                        <a:pt x="41077" y="327"/>
                        <a:pt x="40673" y="327"/>
                      </a:cubicBezTo>
                      <a:cubicBezTo>
                        <a:pt x="40286" y="303"/>
                        <a:pt x="39902" y="297"/>
                        <a:pt x="39519" y="297"/>
                      </a:cubicBezTo>
                      <a:cubicBezTo>
                        <a:pt x="39137" y="297"/>
                        <a:pt x="38756" y="303"/>
                        <a:pt x="38375" y="303"/>
                      </a:cubicBezTo>
                      <a:cubicBezTo>
                        <a:pt x="38334" y="301"/>
                        <a:pt x="38293" y="301"/>
                        <a:pt x="38252" y="301"/>
                      </a:cubicBezTo>
                      <a:cubicBezTo>
                        <a:pt x="37924" y="301"/>
                        <a:pt x="37597" y="338"/>
                        <a:pt x="37279" y="338"/>
                      </a:cubicBezTo>
                      <a:cubicBezTo>
                        <a:pt x="36410" y="338"/>
                        <a:pt x="35553" y="362"/>
                        <a:pt x="34696" y="362"/>
                      </a:cubicBezTo>
                      <a:cubicBezTo>
                        <a:pt x="34446" y="374"/>
                        <a:pt x="34196" y="377"/>
                        <a:pt x="33947" y="377"/>
                      </a:cubicBezTo>
                      <a:cubicBezTo>
                        <a:pt x="33699" y="377"/>
                        <a:pt x="33451" y="374"/>
                        <a:pt x="33207" y="374"/>
                      </a:cubicBezTo>
                      <a:cubicBezTo>
                        <a:pt x="32934" y="356"/>
                        <a:pt x="32663" y="353"/>
                        <a:pt x="32392" y="353"/>
                      </a:cubicBezTo>
                      <a:cubicBezTo>
                        <a:pt x="32256" y="353"/>
                        <a:pt x="32121" y="354"/>
                        <a:pt x="31985" y="354"/>
                      </a:cubicBezTo>
                      <a:cubicBezTo>
                        <a:pt x="31849" y="354"/>
                        <a:pt x="31713" y="353"/>
                        <a:pt x="31576" y="350"/>
                      </a:cubicBezTo>
                      <a:cubicBezTo>
                        <a:pt x="30350" y="338"/>
                        <a:pt x="29124" y="362"/>
                        <a:pt x="27897" y="303"/>
                      </a:cubicBezTo>
                      <a:cubicBezTo>
                        <a:pt x="27350" y="303"/>
                        <a:pt x="26802" y="291"/>
                        <a:pt x="26254" y="279"/>
                      </a:cubicBezTo>
                      <a:cubicBezTo>
                        <a:pt x="25683" y="231"/>
                        <a:pt x="25111" y="255"/>
                        <a:pt x="24540" y="231"/>
                      </a:cubicBezTo>
                      <a:cubicBezTo>
                        <a:pt x="24016" y="184"/>
                        <a:pt x="23480" y="207"/>
                        <a:pt x="22956" y="184"/>
                      </a:cubicBezTo>
                      <a:cubicBezTo>
                        <a:pt x="22682" y="160"/>
                        <a:pt x="22405" y="160"/>
                        <a:pt x="22127" y="160"/>
                      </a:cubicBezTo>
                      <a:cubicBezTo>
                        <a:pt x="21849" y="160"/>
                        <a:pt x="21569" y="160"/>
                        <a:pt x="21289" y="136"/>
                      </a:cubicBezTo>
                      <a:cubicBezTo>
                        <a:pt x="20730" y="88"/>
                        <a:pt x="20170" y="100"/>
                        <a:pt x="19610" y="88"/>
                      </a:cubicBezTo>
                      <a:cubicBezTo>
                        <a:pt x="18813" y="41"/>
                        <a:pt x="18015" y="53"/>
                        <a:pt x="17217" y="41"/>
                      </a:cubicBezTo>
                      <a:cubicBezTo>
                        <a:pt x="16527" y="5"/>
                        <a:pt x="15848" y="5"/>
                        <a:pt x="15158" y="5"/>
                      </a:cubicBezTo>
                      <a:cubicBezTo>
                        <a:pt x="14704" y="2"/>
                        <a:pt x="14251" y="0"/>
                        <a:pt x="137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66"/>
                <p:cNvSpPr/>
                <p:nvPr/>
              </p:nvSpPr>
              <p:spPr>
                <a:xfrm>
                  <a:off x="7937709" y="3776982"/>
                  <a:ext cx="1518156" cy="59613"/>
                </a:xfrm>
                <a:custGeom>
                  <a:rect b="b" l="l" r="r" t="t"/>
                  <a:pathLst>
                    <a:path extrusionOk="0" h="1632" w="41562">
                      <a:moveTo>
                        <a:pt x="36070" y="1"/>
                      </a:moveTo>
                      <a:cubicBezTo>
                        <a:pt x="35259" y="1"/>
                        <a:pt x="34450" y="12"/>
                        <a:pt x="33643" y="24"/>
                      </a:cubicBezTo>
                      <a:cubicBezTo>
                        <a:pt x="32953" y="84"/>
                        <a:pt x="32262" y="36"/>
                        <a:pt x="31584" y="95"/>
                      </a:cubicBezTo>
                      <a:cubicBezTo>
                        <a:pt x="31131" y="119"/>
                        <a:pt x="30691" y="95"/>
                        <a:pt x="30238" y="143"/>
                      </a:cubicBezTo>
                      <a:cubicBezTo>
                        <a:pt x="29869" y="167"/>
                        <a:pt x="29476" y="143"/>
                        <a:pt x="29095" y="179"/>
                      </a:cubicBezTo>
                      <a:cubicBezTo>
                        <a:pt x="28714" y="215"/>
                        <a:pt x="28333" y="191"/>
                        <a:pt x="27952" y="238"/>
                      </a:cubicBezTo>
                      <a:cubicBezTo>
                        <a:pt x="25631" y="346"/>
                        <a:pt x="23333" y="560"/>
                        <a:pt x="21011" y="655"/>
                      </a:cubicBezTo>
                      <a:cubicBezTo>
                        <a:pt x="20499" y="703"/>
                        <a:pt x="19987" y="667"/>
                        <a:pt x="19487" y="715"/>
                      </a:cubicBezTo>
                      <a:cubicBezTo>
                        <a:pt x="18665" y="738"/>
                        <a:pt x="17856" y="727"/>
                        <a:pt x="17034" y="762"/>
                      </a:cubicBezTo>
                      <a:cubicBezTo>
                        <a:pt x="16626" y="762"/>
                        <a:pt x="16218" y="770"/>
                        <a:pt x="15810" y="770"/>
                      </a:cubicBezTo>
                      <a:cubicBezTo>
                        <a:pt x="15503" y="770"/>
                        <a:pt x="15197" y="766"/>
                        <a:pt x="14891" y="750"/>
                      </a:cubicBezTo>
                      <a:cubicBezTo>
                        <a:pt x="13355" y="738"/>
                        <a:pt x="11831" y="727"/>
                        <a:pt x="10295" y="727"/>
                      </a:cubicBezTo>
                      <a:cubicBezTo>
                        <a:pt x="8878" y="727"/>
                        <a:pt x="7462" y="786"/>
                        <a:pt x="6045" y="834"/>
                      </a:cubicBezTo>
                      <a:cubicBezTo>
                        <a:pt x="5830" y="838"/>
                        <a:pt x="5617" y="838"/>
                        <a:pt x="5405" y="838"/>
                      </a:cubicBezTo>
                      <a:lnTo>
                        <a:pt x="5405" y="838"/>
                      </a:lnTo>
                      <a:cubicBezTo>
                        <a:pt x="4980" y="838"/>
                        <a:pt x="4556" y="838"/>
                        <a:pt x="4128" y="869"/>
                      </a:cubicBezTo>
                      <a:cubicBezTo>
                        <a:pt x="3390" y="893"/>
                        <a:pt x="2663" y="869"/>
                        <a:pt x="1925" y="917"/>
                      </a:cubicBezTo>
                      <a:cubicBezTo>
                        <a:pt x="1342" y="941"/>
                        <a:pt x="746" y="905"/>
                        <a:pt x="175" y="1012"/>
                      </a:cubicBezTo>
                      <a:cubicBezTo>
                        <a:pt x="1" y="1094"/>
                        <a:pt x="53" y="1334"/>
                        <a:pt x="233" y="1334"/>
                      </a:cubicBezTo>
                      <a:cubicBezTo>
                        <a:pt x="238" y="1334"/>
                        <a:pt x="242" y="1334"/>
                        <a:pt x="246" y="1334"/>
                      </a:cubicBezTo>
                      <a:cubicBezTo>
                        <a:pt x="891" y="1341"/>
                        <a:pt x="1536" y="1343"/>
                        <a:pt x="2181" y="1343"/>
                      </a:cubicBezTo>
                      <a:cubicBezTo>
                        <a:pt x="3320" y="1343"/>
                        <a:pt x="4461" y="1336"/>
                        <a:pt x="5602" y="1336"/>
                      </a:cubicBezTo>
                      <a:cubicBezTo>
                        <a:pt x="6977" y="1336"/>
                        <a:pt x="8351" y="1347"/>
                        <a:pt x="9724" y="1393"/>
                      </a:cubicBezTo>
                      <a:cubicBezTo>
                        <a:pt x="10557" y="1405"/>
                        <a:pt x="11391" y="1381"/>
                        <a:pt x="12212" y="1441"/>
                      </a:cubicBezTo>
                      <a:cubicBezTo>
                        <a:pt x="12581" y="1441"/>
                        <a:pt x="12950" y="1453"/>
                        <a:pt x="13308" y="1489"/>
                      </a:cubicBezTo>
                      <a:cubicBezTo>
                        <a:pt x="13808" y="1489"/>
                        <a:pt x="14308" y="1548"/>
                        <a:pt x="14808" y="1548"/>
                      </a:cubicBezTo>
                      <a:cubicBezTo>
                        <a:pt x="16106" y="1631"/>
                        <a:pt x="17415" y="1584"/>
                        <a:pt x="18713" y="1619"/>
                      </a:cubicBezTo>
                      <a:cubicBezTo>
                        <a:pt x="19582" y="1584"/>
                        <a:pt x="20439" y="1619"/>
                        <a:pt x="21309" y="1548"/>
                      </a:cubicBezTo>
                      <a:cubicBezTo>
                        <a:pt x="22428" y="1524"/>
                        <a:pt x="23535" y="1429"/>
                        <a:pt x="24654" y="1381"/>
                      </a:cubicBezTo>
                      <a:cubicBezTo>
                        <a:pt x="25083" y="1334"/>
                        <a:pt x="25535" y="1358"/>
                        <a:pt x="25976" y="1310"/>
                      </a:cubicBezTo>
                      <a:cubicBezTo>
                        <a:pt x="26464" y="1310"/>
                        <a:pt x="26940" y="1250"/>
                        <a:pt x="27416" y="1250"/>
                      </a:cubicBezTo>
                      <a:cubicBezTo>
                        <a:pt x="27702" y="1238"/>
                        <a:pt x="27988" y="1203"/>
                        <a:pt x="28286" y="1203"/>
                      </a:cubicBezTo>
                      <a:cubicBezTo>
                        <a:pt x="28319" y="1204"/>
                        <a:pt x="28353" y="1204"/>
                        <a:pt x="28386" y="1204"/>
                      </a:cubicBezTo>
                      <a:cubicBezTo>
                        <a:pt x="28720" y="1204"/>
                        <a:pt x="29045" y="1155"/>
                        <a:pt x="29381" y="1155"/>
                      </a:cubicBezTo>
                      <a:cubicBezTo>
                        <a:pt x="29409" y="1156"/>
                        <a:pt x="29437" y="1157"/>
                        <a:pt x="29465" y="1157"/>
                      </a:cubicBezTo>
                      <a:cubicBezTo>
                        <a:pt x="29747" y="1157"/>
                        <a:pt x="30027" y="1108"/>
                        <a:pt x="30298" y="1108"/>
                      </a:cubicBezTo>
                      <a:cubicBezTo>
                        <a:pt x="32608" y="1000"/>
                        <a:pt x="34917" y="786"/>
                        <a:pt x="37227" y="762"/>
                      </a:cubicBezTo>
                      <a:cubicBezTo>
                        <a:pt x="38275" y="703"/>
                        <a:pt x="39335" y="750"/>
                        <a:pt x="40382" y="691"/>
                      </a:cubicBezTo>
                      <a:cubicBezTo>
                        <a:pt x="40728" y="691"/>
                        <a:pt x="41061" y="667"/>
                        <a:pt x="41394" y="631"/>
                      </a:cubicBezTo>
                      <a:cubicBezTo>
                        <a:pt x="41490" y="619"/>
                        <a:pt x="41525" y="536"/>
                        <a:pt x="41561" y="465"/>
                      </a:cubicBezTo>
                      <a:cubicBezTo>
                        <a:pt x="41502" y="238"/>
                        <a:pt x="41240" y="274"/>
                        <a:pt x="41061" y="250"/>
                      </a:cubicBezTo>
                      <a:cubicBezTo>
                        <a:pt x="39403" y="50"/>
                        <a:pt x="37735" y="1"/>
                        <a:pt x="360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66"/>
                <p:cNvSpPr/>
                <p:nvPr/>
              </p:nvSpPr>
              <p:spPr>
                <a:xfrm>
                  <a:off x="8089331" y="3694140"/>
                  <a:ext cx="1367736" cy="86095"/>
                </a:xfrm>
                <a:custGeom>
                  <a:rect b="b" l="l" r="r" t="t"/>
                  <a:pathLst>
                    <a:path extrusionOk="0" h="2357" w="37444">
                      <a:moveTo>
                        <a:pt x="32911" y="0"/>
                      </a:moveTo>
                      <a:cubicBezTo>
                        <a:pt x="31865" y="0"/>
                        <a:pt x="30820" y="18"/>
                        <a:pt x="29778" y="18"/>
                      </a:cubicBezTo>
                      <a:cubicBezTo>
                        <a:pt x="28802" y="54"/>
                        <a:pt x="27826" y="42"/>
                        <a:pt x="26849" y="66"/>
                      </a:cubicBezTo>
                      <a:cubicBezTo>
                        <a:pt x="26581" y="89"/>
                        <a:pt x="26316" y="89"/>
                        <a:pt x="26049" y="89"/>
                      </a:cubicBezTo>
                      <a:cubicBezTo>
                        <a:pt x="25781" y="89"/>
                        <a:pt x="25510" y="89"/>
                        <a:pt x="25230" y="113"/>
                      </a:cubicBezTo>
                      <a:cubicBezTo>
                        <a:pt x="24670" y="173"/>
                        <a:pt x="24111" y="125"/>
                        <a:pt x="23551" y="173"/>
                      </a:cubicBezTo>
                      <a:cubicBezTo>
                        <a:pt x="23087" y="208"/>
                        <a:pt x="22623" y="173"/>
                        <a:pt x="22170" y="220"/>
                      </a:cubicBezTo>
                      <a:cubicBezTo>
                        <a:pt x="19134" y="328"/>
                        <a:pt x="16110" y="542"/>
                        <a:pt x="13074" y="768"/>
                      </a:cubicBezTo>
                      <a:cubicBezTo>
                        <a:pt x="11669" y="875"/>
                        <a:pt x="10264" y="959"/>
                        <a:pt x="8859" y="1078"/>
                      </a:cubicBezTo>
                      <a:cubicBezTo>
                        <a:pt x="6359" y="1328"/>
                        <a:pt x="3846" y="1459"/>
                        <a:pt x="1334" y="1721"/>
                      </a:cubicBezTo>
                      <a:cubicBezTo>
                        <a:pt x="977" y="1756"/>
                        <a:pt x="608" y="1804"/>
                        <a:pt x="251" y="1875"/>
                      </a:cubicBezTo>
                      <a:cubicBezTo>
                        <a:pt x="24" y="1935"/>
                        <a:pt x="1" y="2233"/>
                        <a:pt x="215" y="2328"/>
                      </a:cubicBezTo>
                      <a:cubicBezTo>
                        <a:pt x="407" y="2345"/>
                        <a:pt x="598" y="2356"/>
                        <a:pt x="795" y="2356"/>
                      </a:cubicBezTo>
                      <a:cubicBezTo>
                        <a:pt x="867" y="2356"/>
                        <a:pt x="939" y="2355"/>
                        <a:pt x="1013" y="2352"/>
                      </a:cubicBezTo>
                      <a:cubicBezTo>
                        <a:pt x="3323" y="2280"/>
                        <a:pt x="5620" y="2066"/>
                        <a:pt x="7954" y="1971"/>
                      </a:cubicBezTo>
                      <a:cubicBezTo>
                        <a:pt x="10252" y="1899"/>
                        <a:pt x="12526" y="1732"/>
                        <a:pt x="14812" y="1601"/>
                      </a:cubicBezTo>
                      <a:cubicBezTo>
                        <a:pt x="15598" y="1554"/>
                        <a:pt x="16396" y="1494"/>
                        <a:pt x="17193" y="1471"/>
                      </a:cubicBezTo>
                      <a:cubicBezTo>
                        <a:pt x="17658" y="1423"/>
                        <a:pt x="18122" y="1447"/>
                        <a:pt x="18586" y="1399"/>
                      </a:cubicBezTo>
                      <a:cubicBezTo>
                        <a:pt x="18991" y="1387"/>
                        <a:pt x="19408" y="1375"/>
                        <a:pt x="19813" y="1340"/>
                      </a:cubicBezTo>
                      <a:cubicBezTo>
                        <a:pt x="19860" y="1340"/>
                        <a:pt x="19908" y="1341"/>
                        <a:pt x="19955" y="1341"/>
                      </a:cubicBezTo>
                      <a:cubicBezTo>
                        <a:pt x="20525" y="1341"/>
                        <a:pt x="21086" y="1280"/>
                        <a:pt x="21646" y="1280"/>
                      </a:cubicBezTo>
                      <a:cubicBezTo>
                        <a:pt x="22015" y="1244"/>
                        <a:pt x="22384" y="1244"/>
                        <a:pt x="22742" y="1232"/>
                      </a:cubicBezTo>
                      <a:cubicBezTo>
                        <a:pt x="23218" y="1185"/>
                        <a:pt x="23694" y="1209"/>
                        <a:pt x="24170" y="1149"/>
                      </a:cubicBezTo>
                      <a:cubicBezTo>
                        <a:pt x="24647" y="1149"/>
                        <a:pt x="25135" y="1090"/>
                        <a:pt x="25623" y="1090"/>
                      </a:cubicBezTo>
                      <a:cubicBezTo>
                        <a:pt x="26004" y="1042"/>
                        <a:pt x="26409" y="1066"/>
                        <a:pt x="26814" y="1018"/>
                      </a:cubicBezTo>
                      <a:cubicBezTo>
                        <a:pt x="29516" y="887"/>
                        <a:pt x="32231" y="685"/>
                        <a:pt x="34946" y="625"/>
                      </a:cubicBezTo>
                      <a:cubicBezTo>
                        <a:pt x="35029" y="624"/>
                        <a:pt x="35112" y="623"/>
                        <a:pt x="35195" y="623"/>
                      </a:cubicBezTo>
                      <a:cubicBezTo>
                        <a:pt x="35481" y="623"/>
                        <a:pt x="35767" y="630"/>
                        <a:pt x="36053" y="630"/>
                      </a:cubicBezTo>
                      <a:cubicBezTo>
                        <a:pt x="36363" y="630"/>
                        <a:pt x="36672" y="622"/>
                        <a:pt x="36981" y="589"/>
                      </a:cubicBezTo>
                      <a:cubicBezTo>
                        <a:pt x="37112" y="554"/>
                        <a:pt x="37291" y="578"/>
                        <a:pt x="37362" y="435"/>
                      </a:cubicBezTo>
                      <a:cubicBezTo>
                        <a:pt x="37443" y="308"/>
                        <a:pt x="37356" y="136"/>
                        <a:pt x="37200" y="136"/>
                      </a:cubicBezTo>
                      <a:cubicBezTo>
                        <a:pt x="37194" y="136"/>
                        <a:pt x="37189" y="137"/>
                        <a:pt x="37184" y="137"/>
                      </a:cubicBezTo>
                      <a:cubicBezTo>
                        <a:pt x="37092" y="148"/>
                        <a:pt x="37001" y="153"/>
                        <a:pt x="36911" y="153"/>
                      </a:cubicBezTo>
                      <a:cubicBezTo>
                        <a:pt x="36625" y="153"/>
                        <a:pt x="36342" y="107"/>
                        <a:pt x="36053" y="89"/>
                      </a:cubicBezTo>
                      <a:cubicBezTo>
                        <a:pt x="35005" y="18"/>
                        <a:pt x="33957" y="0"/>
                        <a:pt x="329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" name="Google Shape;434;p66"/>
                <p:cNvSpPr/>
                <p:nvPr/>
              </p:nvSpPr>
              <p:spPr>
                <a:xfrm>
                  <a:off x="8869975" y="3606075"/>
                  <a:ext cx="561062" cy="49604"/>
                </a:xfrm>
                <a:custGeom>
                  <a:rect b="b" l="l" r="r" t="t"/>
                  <a:pathLst>
                    <a:path extrusionOk="0" h="1358" w="15360">
                      <a:moveTo>
                        <a:pt x="15181" y="0"/>
                      </a:moveTo>
                      <a:lnTo>
                        <a:pt x="15181" y="0"/>
                      </a:lnTo>
                      <a:cubicBezTo>
                        <a:pt x="14969" y="33"/>
                        <a:pt x="14758" y="40"/>
                        <a:pt x="14546" y="40"/>
                      </a:cubicBezTo>
                      <a:cubicBezTo>
                        <a:pt x="14350" y="40"/>
                        <a:pt x="14154" y="34"/>
                        <a:pt x="13958" y="34"/>
                      </a:cubicBezTo>
                      <a:cubicBezTo>
                        <a:pt x="13902" y="34"/>
                        <a:pt x="13845" y="34"/>
                        <a:pt x="13788" y="36"/>
                      </a:cubicBezTo>
                      <a:cubicBezTo>
                        <a:pt x="12669" y="48"/>
                        <a:pt x="11549" y="95"/>
                        <a:pt x="10430" y="167"/>
                      </a:cubicBezTo>
                      <a:cubicBezTo>
                        <a:pt x="7204" y="381"/>
                        <a:pt x="3989" y="619"/>
                        <a:pt x="786" y="929"/>
                      </a:cubicBezTo>
                      <a:cubicBezTo>
                        <a:pt x="572" y="929"/>
                        <a:pt x="369" y="965"/>
                        <a:pt x="155" y="1012"/>
                      </a:cubicBezTo>
                      <a:cubicBezTo>
                        <a:pt x="0" y="1084"/>
                        <a:pt x="24" y="1322"/>
                        <a:pt x="203" y="1346"/>
                      </a:cubicBezTo>
                      <a:cubicBezTo>
                        <a:pt x="312" y="1354"/>
                        <a:pt x="424" y="1358"/>
                        <a:pt x="535" y="1358"/>
                      </a:cubicBezTo>
                      <a:cubicBezTo>
                        <a:pt x="739" y="1358"/>
                        <a:pt x="943" y="1345"/>
                        <a:pt x="1143" y="1322"/>
                      </a:cubicBezTo>
                      <a:cubicBezTo>
                        <a:pt x="3608" y="1215"/>
                        <a:pt x="6073" y="1012"/>
                        <a:pt x="8537" y="869"/>
                      </a:cubicBezTo>
                      <a:cubicBezTo>
                        <a:pt x="9633" y="798"/>
                        <a:pt x="10728" y="762"/>
                        <a:pt x="11823" y="691"/>
                      </a:cubicBezTo>
                      <a:cubicBezTo>
                        <a:pt x="12681" y="643"/>
                        <a:pt x="13526" y="560"/>
                        <a:pt x="14371" y="464"/>
                      </a:cubicBezTo>
                      <a:cubicBezTo>
                        <a:pt x="14633" y="453"/>
                        <a:pt x="14895" y="417"/>
                        <a:pt x="15157" y="357"/>
                      </a:cubicBezTo>
                      <a:cubicBezTo>
                        <a:pt x="15300" y="298"/>
                        <a:pt x="15359" y="60"/>
                        <a:pt x="151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5" name="Google Shape;435;p66"/>
              <p:cNvSpPr/>
              <p:nvPr/>
            </p:nvSpPr>
            <p:spPr>
              <a:xfrm flipH="1" rot="3766615">
                <a:off x="8318476" y="2093866"/>
                <a:ext cx="5158978" cy="404048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6"/>
              <p:cNvSpPr/>
              <p:nvPr/>
            </p:nvSpPr>
            <p:spPr>
              <a:xfrm flipH="1" rot="-2529908">
                <a:off x="-2591718" y="745762"/>
                <a:ext cx="5357395" cy="329695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7" name="Google Shape;437;p66"/>
          <p:cNvSpPr txBox="1"/>
          <p:nvPr>
            <p:ph idx="1" type="subTitle"/>
          </p:nvPr>
        </p:nvSpPr>
        <p:spPr>
          <a:xfrm>
            <a:off x="1385250" y="1562650"/>
            <a:ext cx="57954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38" name="Google Shape;438;p6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9" name="Google Shape;439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67"/>
          <p:cNvGrpSpPr/>
          <p:nvPr/>
        </p:nvGrpSpPr>
        <p:grpSpPr>
          <a:xfrm>
            <a:off x="-2956150" y="-2837079"/>
            <a:ext cx="14609743" cy="10877255"/>
            <a:chOff x="-2956150" y="-2837079"/>
            <a:chExt cx="14609743" cy="10877255"/>
          </a:xfrm>
        </p:grpSpPr>
        <p:sp>
          <p:nvSpPr>
            <p:cNvPr id="442" name="Google Shape;442;p67"/>
            <p:cNvSpPr/>
            <p:nvPr/>
          </p:nvSpPr>
          <p:spPr>
            <a:xfrm>
              <a:off x="-1203675" y="-403803"/>
              <a:ext cx="3128375" cy="2270372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67"/>
            <p:cNvSpPr/>
            <p:nvPr/>
          </p:nvSpPr>
          <p:spPr>
            <a:xfrm flipH="1" rot="-9195687">
              <a:off x="-2438409" y="3873276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" name="Google Shape;444;p67"/>
            <p:cNvGrpSpPr/>
            <p:nvPr/>
          </p:nvGrpSpPr>
          <p:grpSpPr>
            <a:xfrm flipH="1">
              <a:off x="-213070" y="480500"/>
              <a:ext cx="1540913" cy="481201"/>
              <a:chOff x="7921455" y="3606075"/>
              <a:chExt cx="1540913" cy="481201"/>
            </a:xfrm>
          </p:grpSpPr>
          <p:sp>
            <p:nvSpPr>
              <p:cNvPr id="445" name="Google Shape;445;p6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" name="Google Shape;451;p67"/>
            <p:cNvSpPr/>
            <p:nvPr/>
          </p:nvSpPr>
          <p:spPr>
            <a:xfrm rot="-9031361">
              <a:off x="5669199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67"/>
            <p:cNvSpPr/>
            <p:nvPr/>
          </p:nvSpPr>
          <p:spPr>
            <a:xfrm flipH="1" rot="-9195659">
              <a:off x="6015843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67"/>
            <p:cNvSpPr/>
            <p:nvPr/>
          </p:nvSpPr>
          <p:spPr>
            <a:xfrm flipH="1" rot="3766615">
              <a:off x="-147619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" name="Google Shape;454;p67"/>
            <p:cNvGrpSpPr/>
            <p:nvPr/>
          </p:nvGrpSpPr>
          <p:grpSpPr>
            <a:xfrm>
              <a:off x="7978375" y="438025"/>
              <a:ext cx="570025" cy="586725"/>
              <a:chOff x="2268725" y="1046025"/>
              <a:chExt cx="570025" cy="586725"/>
            </a:xfrm>
          </p:grpSpPr>
          <p:grpSp>
            <p:nvGrpSpPr>
              <p:cNvPr id="455" name="Google Shape;455;p67"/>
              <p:cNvGrpSpPr/>
              <p:nvPr/>
            </p:nvGrpSpPr>
            <p:grpSpPr>
              <a:xfrm>
                <a:off x="2268725" y="1046025"/>
                <a:ext cx="570025" cy="341300"/>
                <a:chOff x="2268725" y="1046025"/>
                <a:chExt cx="570025" cy="341300"/>
              </a:xfrm>
            </p:grpSpPr>
            <p:sp>
              <p:nvSpPr>
                <p:cNvPr id="456" name="Google Shape;456;p67"/>
                <p:cNvSpPr/>
                <p:nvPr/>
              </p:nvSpPr>
              <p:spPr>
                <a:xfrm>
                  <a:off x="2477975" y="1046025"/>
                  <a:ext cx="360775" cy="287250"/>
                </a:xfrm>
                <a:custGeom>
                  <a:rect b="b" l="l" r="r" t="t"/>
                  <a:pathLst>
                    <a:path extrusionOk="0" h="11490" w="14431">
                      <a:moveTo>
                        <a:pt x="5905" y="0"/>
                      </a:moveTo>
                      <a:cubicBezTo>
                        <a:pt x="5237" y="0"/>
                        <a:pt x="4641" y="245"/>
                        <a:pt x="4239" y="908"/>
                      </a:cubicBezTo>
                      <a:cubicBezTo>
                        <a:pt x="1060" y="3468"/>
                        <a:pt x="1" y="5944"/>
                        <a:pt x="3108" y="8790"/>
                      </a:cubicBezTo>
                      <a:cubicBezTo>
                        <a:pt x="4388" y="9966"/>
                        <a:pt x="5593" y="11489"/>
                        <a:pt x="7269" y="11489"/>
                      </a:cubicBezTo>
                      <a:cubicBezTo>
                        <a:pt x="7698" y="11489"/>
                        <a:pt x="8157" y="11390"/>
                        <a:pt x="8656" y="11159"/>
                      </a:cubicBezTo>
                      <a:cubicBezTo>
                        <a:pt x="10252" y="10433"/>
                        <a:pt x="13157" y="7802"/>
                        <a:pt x="13669" y="6147"/>
                      </a:cubicBezTo>
                      <a:cubicBezTo>
                        <a:pt x="14431" y="3694"/>
                        <a:pt x="11728" y="2670"/>
                        <a:pt x="10097" y="1706"/>
                      </a:cubicBezTo>
                      <a:cubicBezTo>
                        <a:pt x="9197" y="1182"/>
                        <a:pt x="7375" y="0"/>
                        <a:pt x="59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67"/>
                <p:cNvSpPr/>
                <p:nvPr/>
              </p:nvSpPr>
              <p:spPr>
                <a:xfrm>
                  <a:off x="2268725" y="1258350"/>
                  <a:ext cx="156300" cy="128975"/>
                </a:xfrm>
                <a:custGeom>
                  <a:rect b="b" l="l" r="r" t="t"/>
                  <a:pathLst>
                    <a:path extrusionOk="0" h="5159" w="6252">
                      <a:moveTo>
                        <a:pt x="2536" y="0"/>
                      </a:moveTo>
                      <a:cubicBezTo>
                        <a:pt x="2190" y="0"/>
                        <a:pt x="1847" y="118"/>
                        <a:pt x="1513" y="440"/>
                      </a:cubicBezTo>
                      <a:cubicBezTo>
                        <a:pt x="905" y="1035"/>
                        <a:pt x="0" y="2678"/>
                        <a:pt x="36" y="3512"/>
                      </a:cubicBezTo>
                      <a:cubicBezTo>
                        <a:pt x="84" y="4750"/>
                        <a:pt x="1465" y="4774"/>
                        <a:pt x="2370" y="4952"/>
                      </a:cubicBezTo>
                      <a:cubicBezTo>
                        <a:pt x="2704" y="5020"/>
                        <a:pt x="3293" y="5159"/>
                        <a:pt x="3844" y="5159"/>
                      </a:cubicBezTo>
                      <a:cubicBezTo>
                        <a:pt x="4449" y="5159"/>
                        <a:pt x="5007" y="4992"/>
                        <a:pt x="5132" y="4381"/>
                      </a:cubicBezTo>
                      <a:cubicBezTo>
                        <a:pt x="6168" y="2726"/>
                        <a:pt x="6251" y="1428"/>
                        <a:pt x="4394" y="630"/>
                      </a:cubicBezTo>
                      <a:cubicBezTo>
                        <a:pt x="3777" y="371"/>
                        <a:pt x="3150" y="0"/>
                        <a:pt x="2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8" name="Google Shape;458;p67"/>
              <p:cNvSpPr/>
              <p:nvPr/>
            </p:nvSpPr>
            <p:spPr>
              <a:xfrm>
                <a:off x="2592875" y="1493050"/>
                <a:ext cx="169100" cy="139700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" name="Google Shape;459;p67"/>
            <p:cNvSpPr/>
            <p:nvPr/>
          </p:nvSpPr>
          <p:spPr>
            <a:xfrm rot="-9723690">
              <a:off x="8183246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67"/>
            <p:cNvGrpSpPr/>
            <p:nvPr/>
          </p:nvGrpSpPr>
          <p:grpSpPr>
            <a:xfrm flipH="1">
              <a:off x="2810454" y="-403788"/>
              <a:ext cx="1991972" cy="1358680"/>
              <a:chOff x="2515671" y="3197633"/>
              <a:chExt cx="1672801" cy="1140885"/>
            </a:xfrm>
          </p:grpSpPr>
          <p:sp>
            <p:nvSpPr>
              <p:cNvPr id="461" name="Google Shape;461;p67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7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7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7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7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7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7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7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7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7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1" name="Google Shape;471;p67"/>
          <p:cNvSpPr txBox="1"/>
          <p:nvPr>
            <p:ph hasCustomPrompt="1" type="title"/>
          </p:nvPr>
        </p:nvSpPr>
        <p:spPr>
          <a:xfrm>
            <a:off x="1327852" y="1919981"/>
            <a:ext cx="648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2" name="Google Shape;472;p67"/>
          <p:cNvSpPr txBox="1"/>
          <p:nvPr>
            <p:ph idx="1" type="body"/>
          </p:nvPr>
        </p:nvSpPr>
        <p:spPr>
          <a:xfrm>
            <a:off x="1768163" y="3228546"/>
            <a:ext cx="56076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3" name="Google Shape;473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6" name="Google Shape;476;p68"/>
          <p:cNvGrpSpPr/>
          <p:nvPr/>
        </p:nvGrpSpPr>
        <p:grpSpPr>
          <a:xfrm>
            <a:off x="-4713323" y="-2837079"/>
            <a:ext cx="14709558" cy="9811968"/>
            <a:chOff x="-4713323" y="-2837079"/>
            <a:chExt cx="14709558" cy="9811968"/>
          </a:xfrm>
        </p:grpSpPr>
        <p:sp>
          <p:nvSpPr>
            <p:cNvPr id="477" name="Google Shape;477;p68"/>
            <p:cNvSpPr/>
            <p:nvPr/>
          </p:nvSpPr>
          <p:spPr>
            <a:xfrm rot="-9031361">
              <a:off x="-3325776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68"/>
            <p:cNvSpPr/>
            <p:nvPr/>
          </p:nvSpPr>
          <p:spPr>
            <a:xfrm flipH="1" rot="-9195659">
              <a:off x="-4122132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68"/>
            <p:cNvSpPr/>
            <p:nvPr/>
          </p:nvSpPr>
          <p:spPr>
            <a:xfrm rot="-9723690">
              <a:off x="-1103954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68"/>
            <p:cNvSpPr/>
            <p:nvPr/>
          </p:nvSpPr>
          <p:spPr>
            <a:xfrm>
              <a:off x="7431575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1" name="Google Shape;481;p68"/>
            <p:cNvGrpSpPr/>
            <p:nvPr/>
          </p:nvGrpSpPr>
          <p:grpSpPr>
            <a:xfrm>
              <a:off x="6547796" y="4541571"/>
              <a:ext cx="2596205" cy="809913"/>
              <a:chOff x="6547796" y="4541571"/>
              <a:chExt cx="2596205" cy="809913"/>
            </a:xfrm>
          </p:grpSpPr>
          <p:sp>
            <p:nvSpPr>
              <p:cNvPr id="482" name="Google Shape;482;p68"/>
              <p:cNvSpPr/>
              <p:nvPr/>
            </p:nvSpPr>
            <p:spPr>
              <a:xfrm flipH="1" rot="5400000">
                <a:off x="7746205" y="3745704"/>
                <a:ext cx="601929" cy="2193663"/>
              </a:xfrm>
              <a:custGeom>
                <a:rect b="b" l="l" r="r" t="t"/>
                <a:pathLst>
                  <a:path extrusionOk="0" h="25556" w="8735">
                    <a:moveTo>
                      <a:pt x="0" y="0"/>
                    </a:moveTo>
                    <a:lnTo>
                      <a:pt x="0" y="25425"/>
                    </a:lnTo>
                    <a:cubicBezTo>
                      <a:pt x="1841" y="24987"/>
                      <a:pt x="3859" y="25555"/>
                      <a:pt x="5529" y="24698"/>
                    </a:cubicBezTo>
                    <a:cubicBezTo>
                      <a:pt x="7410" y="23733"/>
                      <a:pt x="8735" y="21418"/>
                      <a:pt x="7878" y="19340"/>
                    </a:cubicBezTo>
                    <a:cubicBezTo>
                      <a:pt x="6909" y="16999"/>
                      <a:pt x="3878" y="15856"/>
                      <a:pt x="3332" y="13384"/>
                    </a:cubicBezTo>
                    <a:cubicBezTo>
                      <a:pt x="2924" y="11544"/>
                      <a:pt x="4089" y="9744"/>
                      <a:pt x="5310" y="8308"/>
                    </a:cubicBezTo>
                    <a:cubicBezTo>
                      <a:pt x="6535" y="6872"/>
                      <a:pt x="7945" y="5403"/>
                      <a:pt x="8163" y="3529"/>
                    </a:cubicBezTo>
                    <a:cubicBezTo>
                      <a:pt x="8316" y="2230"/>
                      <a:pt x="7792" y="965"/>
                      <a:pt x="69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8"/>
              <p:cNvSpPr/>
              <p:nvPr/>
            </p:nvSpPr>
            <p:spPr>
              <a:xfrm flipH="1">
                <a:off x="6547796" y="4582079"/>
                <a:ext cx="1060172" cy="769405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5_2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9"/>
          <p:cNvSpPr txBox="1"/>
          <p:nvPr>
            <p:ph idx="1" type="subTitle"/>
          </p:nvPr>
        </p:nvSpPr>
        <p:spPr>
          <a:xfrm>
            <a:off x="698950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7" name="Google Shape;487;p69"/>
          <p:cNvSpPr txBox="1"/>
          <p:nvPr>
            <p:ph idx="2" type="subTitle"/>
          </p:nvPr>
        </p:nvSpPr>
        <p:spPr>
          <a:xfrm>
            <a:off x="698950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8" name="Google Shape;488;p69"/>
          <p:cNvSpPr txBox="1"/>
          <p:nvPr>
            <p:ph idx="3" type="subTitle"/>
          </p:nvPr>
        </p:nvSpPr>
        <p:spPr>
          <a:xfrm>
            <a:off x="3381891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9" name="Google Shape;489;p69"/>
          <p:cNvSpPr txBox="1"/>
          <p:nvPr>
            <p:ph idx="4" type="subTitle"/>
          </p:nvPr>
        </p:nvSpPr>
        <p:spPr>
          <a:xfrm>
            <a:off x="3381891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0" name="Google Shape;490;p69"/>
          <p:cNvSpPr txBox="1"/>
          <p:nvPr>
            <p:ph idx="5" type="subTitle"/>
          </p:nvPr>
        </p:nvSpPr>
        <p:spPr>
          <a:xfrm>
            <a:off x="6064832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1" name="Google Shape;491;p69"/>
          <p:cNvSpPr txBox="1"/>
          <p:nvPr>
            <p:ph idx="6" type="subTitle"/>
          </p:nvPr>
        </p:nvSpPr>
        <p:spPr>
          <a:xfrm>
            <a:off x="6064832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2" name="Google Shape;492;p69"/>
          <p:cNvSpPr txBox="1"/>
          <p:nvPr>
            <p:ph idx="7" type="subTitle"/>
          </p:nvPr>
        </p:nvSpPr>
        <p:spPr>
          <a:xfrm>
            <a:off x="698950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3" name="Google Shape;493;p69"/>
          <p:cNvSpPr txBox="1"/>
          <p:nvPr>
            <p:ph idx="8" type="subTitle"/>
          </p:nvPr>
        </p:nvSpPr>
        <p:spPr>
          <a:xfrm>
            <a:off x="698950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4" name="Google Shape;494;p69"/>
          <p:cNvSpPr txBox="1"/>
          <p:nvPr>
            <p:ph idx="9" type="subTitle"/>
          </p:nvPr>
        </p:nvSpPr>
        <p:spPr>
          <a:xfrm>
            <a:off x="3381891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69"/>
          <p:cNvSpPr txBox="1"/>
          <p:nvPr>
            <p:ph idx="13" type="subTitle"/>
          </p:nvPr>
        </p:nvSpPr>
        <p:spPr>
          <a:xfrm>
            <a:off x="3381891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69"/>
          <p:cNvSpPr txBox="1"/>
          <p:nvPr>
            <p:ph idx="14" type="subTitle"/>
          </p:nvPr>
        </p:nvSpPr>
        <p:spPr>
          <a:xfrm>
            <a:off x="6064832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69"/>
          <p:cNvSpPr txBox="1"/>
          <p:nvPr>
            <p:ph idx="15" type="subTitle"/>
          </p:nvPr>
        </p:nvSpPr>
        <p:spPr>
          <a:xfrm>
            <a:off x="6064832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6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99" name="Google Shape;499;p69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500" name="Google Shape;500;p69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69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69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69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71"/>
          <p:cNvGrpSpPr/>
          <p:nvPr/>
        </p:nvGrpSpPr>
        <p:grpSpPr>
          <a:xfrm>
            <a:off x="-2168155" y="-1214398"/>
            <a:ext cx="11644995" cy="8546445"/>
            <a:chOff x="-2168155" y="-1214398"/>
            <a:chExt cx="11644995" cy="8546445"/>
          </a:xfrm>
        </p:grpSpPr>
        <p:sp>
          <p:nvSpPr>
            <p:cNvPr id="507" name="Google Shape;507;p71"/>
            <p:cNvSpPr/>
            <p:nvPr/>
          </p:nvSpPr>
          <p:spPr>
            <a:xfrm flipH="1" rot="-877307">
              <a:off x="-1932971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1"/>
            <p:cNvSpPr/>
            <p:nvPr/>
          </p:nvSpPr>
          <p:spPr>
            <a:xfrm rot="8592850">
              <a:off x="-1127605" y="2717689"/>
              <a:ext cx="3483505" cy="31072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1"/>
            <p:cNvSpPr/>
            <p:nvPr/>
          </p:nvSpPr>
          <p:spPr>
            <a:xfrm flipH="1" rot="-5400000">
              <a:off x="6762269" y="2785638"/>
              <a:ext cx="2933941" cy="182952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1"/>
            <p:cNvSpPr/>
            <p:nvPr/>
          </p:nvSpPr>
          <p:spPr>
            <a:xfrm rot="10800000">
              <a:off x="7017158" y="-2"/>
              <a:ext cx="2144190" cy="127777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1"/>
            <p:cNvSpPr/>
            <p:nvPr/>
          </p:nvSpPr>
          <p:spPr>
            <a:xfrm>
              <a:off x="6203780" y="-976378"/>
              <a:ext cx="3273060" cy="4628213"/>
            </a:xfrm>
            <a:custGeom>
              <a:rect b="b" l="l" r="r" t="t"/>
              <a:pathLst>
                <a:path extrusionOk="0" h="84522" w="63456">
                  <a:moveTo>
                    <a:pt x="63456" y="84100"/>
                  </a:moveTo>
                  <a:cubicBezTo>
                    <a:pt x="61221" y="85592"/>
                    <a:pt x="58362" y="81904"/>
                    <a:pt x="56576" y="79895"/>
                  </a:cubicBezTo>
                  <a:cubicBezTo>
                    <a:pt x="51576" y="74270"/>
                    <a:pt x="48515" y="67063"/>
                    <a:pt x="45872" y="60017"/>
                  </a:cubicBezTo>
                  <a:cubicBezTo>
                    <a:pt x="44044" y="55143"/>
                    <a:pt x="44248" y="48686"/>
                    <a:pt x="40138" y="45491"/>
                  </a:cubicBezTo>
                  <a:cubicBezTo>
                    <a:pt x="36194" y="42425"/>
                    <a:pt x="23373" y="42382"/>
                    <a:pt x="25229" y="47020"/>
                  </a:cubicBezTo>
                  <a:cubicBezTo>
                    <a:pt x="26056" y="49086"/>
                    <a:pt x="29947" y="49884"/>
                    <a:pt x="31728" y="48549"/>
                  </a:cubicBezTo>
                  <a:cubicBezTo>
                    <a:pt x="34128" y="46750"/>
                    <a:pt x="34588" y="42602"/>
                    <a:pt x="33639" y="39757"/>
                  </a:cubicBezTo>
                  <a:cubicBezTo>
                    <a:pt x="31007" y="31864"/>
                    <a:pt x="21526" y="28200"/>
                    <a:pt x="14526" y="23701"/>
                  </a:cubicBezTo>
                  <a:cubicBezTo>
                    <a:pt x="6731" y="18691"/>
                    <a:pt x="0" y="9266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2" name="Google Shape;512;p71"/>
            <p:cNvGrpSpPr/>
            <p:nvPr/>
          </p:nvGrpSpPr>
          <p:grpSpPr>
            <a:xfrm flipH="1">
              <a:off x="-71180" y="404434"/>
              <a:ext cx="1184449" cy="369893"/>
              <a:chOff x="406875" y="1912875"/>
              <a:chExt cx="1054625" cy="329350"/>
            </a:xfrm>
          </p:grpSpPr>
          <p:sp>
            <p:nvSpPr>
              <p:cNvPr id="513" name="Google Shape;513;p7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7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7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7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7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7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9" name="Google Shape;519;p71"/>
            <p:cNvSpPr/>
            <p:nvPr/>
          </p:nvSpPr>
          <p:spPr>
            <a:xfrm flipH="1" rot="3766615">
              <a:off x="-109074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0" name="Google Shape;520;p71"/>
            <p:cNvGrpSpPr/>
            <p:nvPr/>
          </p:nvGrpSpPr>
          <p:grpSpPr>
            <a:xfrm>
              <a:off x="713403" y="4435004"/>
              <a:ext cx="1269946" cy="866130"/>
              <a:chOff x="1801400" y="1820650"/>
              <a:chExt cx="1004625" cy="685175"/>
            </a:xfrm>
          </p:grpSpPr>
          <p:sp>
            <p:nvSpPr>
              <p:cNvPr id="521" name="Google Shape;521;p71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71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71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71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71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71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71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71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71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71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" name="Google Shape;531;p71"/>
            <p:cNvGrpSpPr/>
            <p:nvPr/>
          </p:nvGrpSpPr>
          <p:grpSpPr>
            <a:xfrm>
              <a:off x="6577200" y="4785689"/>
              <a:ext cx="574475" cy="488400"/>
              <a:chOff x="481600" y="1014425"/>
              <a:chExt cx="574475" cy="488400"/>
            </a:xfrm>
          </p:grpSpPr>
          <p:sp>
            <p:nvSpPr>
              <p:cNvPr id="532" name="Google Shape;532;p71"/>
              <p:cNvSpPr/>
              <p:nvPr/>
            </p:nvSpPr>
            <p:spPr>
              <a:xfrm>
                <a:off x="747975" y="1215600"/>
                <a:ext cx="308100" cy="287225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71"/>
              <p:cNvSpPr/>
              <p:nvPr/>
            </p:nvSpPr>
            <p:spPr>
              <a:xfrm>
                <a:off x="690550" y="1014425"/>
                <a:ext cx="134275" cy="132150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71"/>
              <p:cNvSpPr/>
              <p:nvPr/>
            </p:nvSpPr>
            <p:spPr>
              <a:xfrm>
                <a:off x="481600" y="1323050"/>
                <a:ext cx="145575" cy="143050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5" name="Google Shape;535;p71"/>
          <p:cNvSpPr txBox="1"/>
          <p:nvPr>
            <p:ph type="title"/>
          </p:nvPr>
        </p:nvSpPr>
        <p:spPr>
          <a:xfrm>
            <a:off x="2627975" y="1641212"/>
            <a:ext cx="15714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36" name="Google Shape;536;p71"/>
          <p:cNvSpPr txBox="1"/>
          <p:nvPr>
            <p:ph idx="1" type="subTitle"/>
          </p:nvPr>
        </p:nvSpPr>
        <p:spPr>
          <a:xfrm>
            <a:off x="2625275" y="3334105"/>
            <a:ext cx="1571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7" name="Google Shape;537;p71"/>
          <p:cNvSpPr txBox="1"/>
          <p:nvPr>
            <p:ph idx="2" type="title"/>
          </p:nvPr>
        </p:nvSpPr>
        <p:spPr>
          <a:xfrm>
            <a:off x="5314425" y="1649775"/>
            <a:ext cx="1661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38" name="Google Shape;538;p71"/>
          <p:cNvSpPr txBox="1"/>
          <p:nvPr>
            <p:ph idx="3" type="subTitle"/>
          </p:nvPr>
        </p:nvSpPr>
        <p:spPr>
          <a:xfrm>
            <a:off x="5371200" y="3341040"/>
            <a:ext cx="152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9" name="Google Shape;539;p71"/>
          <p:cNvSpPr txBox="1"/>
          <p:nvPr>
            <p:ph idx="4" type="subTitle"/>
          </p:nvPr>
        </p:nvSpPr>
        <p:spPr>
          <a:xfrm>
            <a:off x="2625299" y="2995688"/>
            <a:ext cx="1571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0" name="Google Shape;540;p71"/>
          <p:cNvSpPr txBox="1"/>
          <p:nvPr>
            <p:ph idx="5" type="subTitle"/>
          </p:nvPr>
        </p:nvSpPr>
        <p:spPr>
          <a:xfrm>
            <a:off x="5371200" y="3002638"/>
            <a:ext cx="1526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1" name="Google Shape;541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78"/>
          <p:cNvGrpSpPr/>
          <p:nvPr/>
        </p:nvGrpSpPr>
        <p:grpSpPr>
          <a:xfrm>
            <a:off x="-1972308" y="-1277645"/>
            <a:ext cx="13272735" cy="8120276"/>
            <a:chOff x="-1972308" y="-1277645"/>
            <a:chExt cx="13272735" cy="8120276"/>
          </a:xfrm>
        </p:grpSpPr>
        <p:sp>
          <p:nvSpPr>
            <p:cNvPr id="544" name="Google Shape;544;p78"/>
            <p:cNvSpPr/>
            <p:nvPr/>
          </p:nvSpPr>
          <p:spPr>
            <a:xfrm rot="10800000">
              <a:off x="-888716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8"/>
            <p:cNvSpPr/>
            <p:nvPr/>
          </p:nvSpPr>
          <p:spPr>
            <a:xfrm flipH="1" rot="-8592930">
              <a:off x="7906915" y="2962934"/>
              <a:ext cx="2881672" cy="26677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8"/>
            <p:cNvSpPr/>
            <p:nvPr/>
          </p:nvSpPr>
          <p:spPr>
            <a:xfrm rot="-2244885">
              <a:off x="-1596751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8"/>
            <p:cNvSpPr/>
            <p:nvPr/>
          </p:nvSpPr>
          <p:spPr>
            <a:xfrm>
              <a:off x="-52825" y="1864525"/>
              <a:ext cx="1259675" cy="3344100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8"/>
            <p:cNvSpPr/>
            <p:nvPr/>
          </p:nvSpPr>
          <p:spPr>
            <a:xfrm flipH="1" rot="-9452081">
              <a:off x="7322798" y="-758798"/>
              <a:ext cx="3197141" cy="242474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78"/>
            <p:cNvGrpSpPr/>
            <p:nvPr/>
          </p:nvGrpSpPr>
          <p:grpSpPr>
            <a:xfrm>
              <a:off x="7711310" y="2184794"/>
              <a:ext cx="1601975" cy="500283"/>
              <a:chOff x="406875" y="1912875"/>
              <a:chExt cx="1054625" cy="329350"/>
            </a:xfrm>
          </p:grpSpPr>
          <p:sp>
            <p:nvSpPr>
              <p:cNvPr id="550" name="Google Shape;550;p78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78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78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78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78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78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6" name="Google Shape;556;p78"/>
          <p:cNvSpPr txBox="1"/>
          <p:nvPr>
            <p:ph idx="1" type="subTitle"/>
          </p:nvPr>
        </p:nvSpPr>
        <p:spPr>
          <a:xfrm>
            <a:off x="174526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78"/>
          <p:cNvSpPr txBox="1"/>
          <p:nvPr>
            <p:ph idx="2" type="subTitle"/>
          </p:nvPr>
        </p:nvSpPr>
        <p:spPr>
          <a:xfrm>
            <a:off x="497591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78"/>
          <p:cNvSpPr txBox="1"/>
          <p:nvPr>
            <p:ph idx="3" type="subTitle"/>
          </p:nvPr>
        </p:nvSpPr>
        <p:spPr>
          <a:xfrm>
            <a:off x="4975938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9" name="Google Shape;559;p78"/>
          <p:cNvSpPr txBox="1"/>
          <p:nvPr>
            <p:ph idx="4" type="subTitle"/>
          </p:nvPr>
        </p:nvSpPr>
        <p:spPr>
          <a:xfrm>
            <a:off x="1745263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0" name="Google Shape;560;p7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1" name="Google Shape;561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/>
          <p:nvPr/>
        </p:nvSpPr>
        <p:spPr>
          <a:xfrm flipH="1" rot="-9452081">
            <a:off x="-2458349" y="-734698"/>
            <a:ext cx="3197141" cy="2424745"/>
          </a:xfrm>
          <a:custGeom>
            <a:rect b="b" l="l" r="r" t="t"/>
            <a:pathLst>
              <a:path extrusionOk="0" h="65783" w="86738">
                <a:moveTo>
                  <a:pt x="55984" y="1"/>
                </a:moveTo>
                <a:cubicBezTo>
                  <a:pt x="53362" y="1"/>
                  <a:pt x="50762" y="503"/>
                  <a:pt x="48328" y="1601"/>
                </a:cubicBezTo>
                <a:cubicBezTo>
                  <a:pt x="43840" y="3637"/>
                  <a:pt x="40030" y="7530"/>
                  <a:pt x="35124" y="7958"/>
                </a:cubicBezTo>
                <a:cubicBezTo>
                  <a:pt x="34817" y="7985"/>
                  <a:pt x="34511" y="7998"/>
                  <a:pt x="34206" y="7998"/>
                </a:cubicBezTo>
                <a:cubicBezTo>
                  <a:pt x="30577" y="7998"/>
                  <a:pt x="27105" y="6224"/>
                  <a:pt x="23492" y="5565"/>
                </a:cubicBezTo>
                <a:cubicBezTo>
                  <a:pt x="22463" y="5385"/>
                  <a:pt x="21429" y="5296"/>
                  <a:pt x="20400" y="5296"/>
                </a:cubicBezTo>
                <a:cubicBezTo>
                  <a:pt x="16533" y="5296"/>
                  <a:pt x="12740" y="6548"/>
                  <a:pt x="9609" y="8899"/>
                </a:cubicBezTo>
                <a:cubicBezTo>
                  <a:pt x="4858" y="12519"/>
                  <a:pt x="1" y="21258"/>
                  <a:pt x="3692" y="26889"/>
                </a:cubicBezTo>
                <a:cubicBezTo>
                  <a:pt x="5573" y="29747"/>
                  <a:pt x="8585" y="31616"/>
                  <a:pt x="11324" y="33688"/>
                </a:cubicBezTo>
                <a:cubicBezTo>
                  <a:pt x="14050" y="35760"/>
                  <a:pt x="16717" y="38355"/>
                  <a:pt x="17324" y="41725"/>
                </a:cubicBezTo>
                <a:cubicBezTo>
                  <a:pt x="17896" y="44915"/>
                  <a:pt x="16503" y="48118"/>
                  <a:pt x="16277" y="51357"/>
                </a:cubicBezTo>
                <a:cubicBezTo>
                  <a:pt x="15695" y="59377"/>
                  <a:pt x="22656" y="65782"/>
                  <a:pt x="30119" y="65782"/>
                </a:cubicBezTo>
                <a:cubicBezTo>
                  <a:pt x="31829" y="65782"/>
                  <a:pt x="33565" y="65446"/>
                  <a:pt x="35243" y="64715"/>
                </a:cubicBezTo>
                <a:cubicBezTo>
                  <a:pt x="39541" y="62846"/>
                  <a:pt x="42911" y="58774"/>
                  <a:pt x="47566" y="58227"/>
                </a:cubicBezTo>
                <a:cubicBezTo>
                  <a:pt x="47935" y="58183"/>
                  <a:pt x="48299" y="58162"/>
                  <a:pt x="48659" y="58162"/>
                </a:cubicBezTo>
                <a:cubicBezTo>
                  <a:pt x="54581" y="58162"/>
                  <a:pt x="59427" y="63773"/>
                  <a:pt x="65330" y="65311"/>
                </a:cubicBezTo>
                <a:cubicBezTo>
                  <a:pt x="66408" y="65592"/>
                  <a:pt x="67510" y="65725"/>
                  <a:pt x="68612" y="65725"/>
                </a:cubicBezTo>
                <a:cubicBezTo>
                  <a:pt x="72647" y="65725"/>
                  <a:pt x="76691" y="63942"/>
                  <a:pt x="79618" y="61108"/>
                </a:cubicBezTo>
                <a:cubicBezTo>
                  <a:pt x="83356" y="57512"/>
                  <a:pt x="85428" y="52416"/>
                  <a:pt x="86083" y="47273"/>
                </a:cubicBezTo>
                <a:cubicBezTo>
                  <a:pt x="86738" y="42117"/>
                  <a:pt x="86095" y="36891"/>
                  <a:pt x="85047" y="31807"/>
                </a:cubicBezTo>
                <a:cubicBezTo>
                  <a:pt x="83190" y="22877"/>
                  <a:pt x="79892" y="13888"/>
                  <a:pt x="73403" y="7482"/>
                </a:cubicBezTo>
                <a:cubicBezTo>
                  <a:pt x="73272" y="7351"/>
                  <a:pt x="73141" y="7220"/>
                  <a:pt x="73010" y="7101"/>
                </a:cubicBezTo>
                <a:cubicBezTo>
                  <a:pt x="68441" y="2774"/>
                  <a:pt x="62149" y="1"/>
                  <a:pt x="559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9"/>
          <p:cNvSpPr txBox="1"/>
          <p:nvPr/>
        </p:nvSpPr>
        <p:spPr>
          <a:xfrm>
            <a:off x="1136775" y="3530700"/>
            <a:ext cx="4032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CREDITS: Diese Präsentationsvorlage wurde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erstellt, inklusive Icons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und Infografiken &amp; Bilder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accent4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565" name="Google Shape;565;p79"/>
          <p:cNvSpPr/>
          <p:nvPr/>
        </p:nvSpPr>
        <p:spPr>
          <a:xfrm flipH="1" rot="-8592930">
            <a:off x="-2438735" y="2962934"/>
            <a:ext cx="2881672" cy="2667705"/>
          </a:xfrm>
          <a:custGeom>
            <a:rect b="b" l="l" r="r" t="t"/>
            <a:pathLst>
              <a:path extrusionOk="0" h="21906" w="23663">
                <a:moveTo>
                  <a:pt x="9935" y="1"/>
                </a:moveTo>
                <a:cubicBezTo>
                  <a:pt x="9728" y="1"/>
                  <a:pt x="9519" y="11"/>
                  <a:pt x="9310" y="31"/>
                </a:cubicBezTo>
                <a:cubicBezTo>
                  <a:pt x="7507" y="213"/>
                  <a:pt x="5859" y="1134"/>
                  <a:pt x="4386" y="2191"/>
                </a:cubicBezTo>
                <a:cubicBezTo>
                  <a:pt x="3017" y="3178"/>
                  <a:pt x="1711" y="4343"/>
                  <a:pt x="976" y="5865"/>
                </a:cubicBezTo>
                <a:cubicBezTo>
                  <a:pt x="0" y="7894"/>
                  <a:pt x="215" y="10447"/>
                  <a:pt x="1514" y="12284"/>
                </a:cubicBezTo>
                <a:cubicBezTo>
                  <a:pt x="2689" y="13945"/>
                  <a:pt x="4708" y="14962"/>
                  <a:pt x="6735" y="14962"/>
                </a:cubicBezTo>
                <a:cubicBezTo>
                  <a:pt x="6954" y="14962"/>
                  <a:pt x="7173" y="14950"/>
                  <a:pt x="7392" y="14926"/>
                </a:cubicBezTo>
                <a:cubicBezTo>
                  <a:pt x="8573" y="14797"/>
                  <a:pt x="9742" y="14333"/>
                  <a:pt x="10911" y="14333"/>
                </a:cubicBezTo>
                <a:cubicBezTo>
                  <a:pt x="11151" y="14333"/>
                  <a:pt x="11392" y="14353"/>
                  <a:pt x="11633" y="14399"/>
                </a:cubicBezTo>
                <a:cubicBezTo>
                  <a:pt x="13043" y="14670"/>
                  <a:pt x="14126" y="15801"/>
                  <a:pt x="14924" y="16993"/>
                </a:cubicBezTo>
                <a:cubicBezTo>
                  <a:pt x="15726" y="18187"/>
                  <a:pt x="16353" y="19512"/>
                  <a:pt x="17358" y="20536"/>
                </a:cubicBezTo>
                <a:cubicBezTo>
                  <a:pt x="18128" y="21323"/>
                  <a:pt x="19213" y="21906"/>
                  <a:pt x="20281" y="21906"/>
                </a:cubicBezTo>
                <a:cubicBezTo>
                  <a:pt x="20608" y="21906"/>
                  <a:pt x="20933" y="21851"/>
                  <a:pt x="21247" y="21731"/>
                </a:cubicBezTo>
                <a:cubicBezTo>
                  <a:pt x="22245" y="21349"/>
                  <a:pt x="22928" y="20369"/>
                  <a:pt x="23221" y="19338"/>
                </a:cubicBezTo>
                <a:cubicBezTo>
                  <a:pt x="23663" y="17776"/>
                  <a:pt x="23588" y="16566"/>
                  <a:pt x="22557" y="15371"/>
                </a:cubicBezTo>
                <a:cubicBezTo>
                  <a:pt x="21221" y="13820"/>
                  <a:pt x="20108" y="12132"/>
                  <a:pt x="19332" y="10228"/>
                </a:cubicBezTo>
                <a:cubicBezTo>
                  <a:pt x="18661" y="8588"/>
                  <a:pt x="18234" y="6852"/>
                  <a:pt x="17455" y="5260"/>
                </a:cubicBezTo>
                <a:cubicBezTo>
                  <a:pt x="16034" y="2369"/>
                  <a:pt x="13115" y="1"/>
                  <a:pt x="99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9"/>
          <p:cNvSpPr/>
          <p:nvPr/>
        </p:nvSpPr>
        <p:spPr>
          <a:xfrm flipH="1" rot="172230">
            <a:off x="5242781" y="-662942"/>
            <a:ext cx="5202343" cy="3729631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9"/>
          <p:cNvSpPr/>
          <p:nvPr/>
        </p:nvSpPr>
        <p:spPr>
          <a:xfrm rot="-1758191">
            <a:off x="6593862" y="4140295"/>
            <a:ext cx="4508497" cy="2463427"/>
          </a:xfrm>
          <a:custGeom>
            <a:rect b="b" l="l" r="r" t="t"/>
            <a:pathLst>
              <a:path extrusionOk="0" h="39796" w="72831">
                <a:moveTo>
                  <a:pt x="51355" y="1"/>
                </a:moveTo>
                <a:cubicBezTo>
                  <a:pt x="48560" y="1"/>
                  <a:pt x="45745" y="363"/>
                  <a:pt x="43017" y="959"/>
                </a:cubicBezTo>
                <a:cubicBezTo>
                  <a:pt x="36773" y="2325"/>
                  <a:pt x="30653" y="4905"/>
                  <a:pt x="24300" y="4905"/>
                </a:cubicBezTo>
                <a:cubicBezTo>
                  <a:pt x="23845" y="4905"/>
                  <a:pt x="23389" y="4892"/>
                  <a:pt x="22932" y="4864"/>
                </a:cubicBezTo>
                <a:cubicBezTo>
                  <a:pt x="19047" y="4635"/>
                  <a:pt x="14989" y="3395"/>
                  <a:pt x="11190" y="3395"/>
                </a:cubicBezTo>
                <a:cubicBezTo>
                  <a:pt x="9260" y="3395"/>
                  <a:pt x="7396" y="3715"/>
                  <a:pt x="5656" y="4650"/>
                </a:cubicBezTo>
                <a:cubicBezTo>
                  <a:pt x="1965" y="6626"/>
                  <a:pt x="0" y="11341"/>
                  <a:pt x="1191" y="15342"/>
                </a:cubicBezTo>
                <a:cubicBezTo>
                  <a:pt x="2000" y="18056"/>
                  <a:pt x="3989" y="20211"/>
                  <a:pt x="5513" y="22592"/>
                </a:cubicBezTo>
                <a:cubicBezTo>
                  <a:pt x="8180" y="26748"/>
                  <a:pt x="7918" y="32296"/>
                  <a:pt x="11192" y="35880"/>
                </a:cubicBezTo>
                <a:cubicBezTo>
                  <a:pt x="13364" y="38261"/>
                  <a:pt x="16634" y="39795"/>
                  <a:pt x="19842" y="39795"/>
                </a:cubicBezTo>
                <a:cubicBezTo>
                  <a:pt x="21767" y="39795"/>
                  <a:pt x="23671" y="39242"/>
                  <a:pt x="25301" y="37987"/>
                </a:cubicBezTo>
                <a:cubicBezTo>
                  <a:pt x="30182" y="34225"/>
                  <a:pt x="30944" y="26355"/>
                  <a:pt x="36409" y="23497"/>
                </a:cubicBezTo>
                <a:cubicBezTo>
                  <a:pt x="37782" y="22777"/>
                  <a:pt x="39260" y="22481"/>
                  <a:pt x="40776" y="22481"/>
                </a:cubicBezTo>
                <a:cubicBezTo>
                  <a:pt x="43742" y="22481"/>
                  <a:pt x="46851" y="23614"/>
                  <a:pt x="49602" y="24914"/>
                </a:cubicBezTo>
                <a:cubicBezTo>
                  <a:pt x="53250" y="26644"/>
                  <a:pt x="57074" y="28688"/>
                  <a:pt x="61033" y="28688"/>
                </a:cubicBezTo>
                <a:cubicBezTo>
                  <a:pt x="61570" y="28688"/>
                  <a:pt x="62109" y="28650"/>
                  <a:pt x="62651" y="28569"/>
                </a:cubicBezTo>
                <a:cubicBezTo>
                  <a:pt x="68663" y="27676"/>
                  <a:pt x="72831" y="21104"/>
                  <a:pt x="72104" y="15068"/>
                </a:cubicBezTo>
                <a:cubicBezTo>
                  <a:pt x="71366" y="9031"/>
                  <a:pt x="66616" y="3983"/>
                  <a:pt x="60972" y="1721"/>
                </a:cubicBezTo>
                <a:cubicBezTo>
                  <a:pt x="57913" y="504"/>
                  <a:pt x="54648" y="1"/>
                  <a:pt x="5135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79"/>
          <p:cNvGrpSpPr/>
          <p:nvPr/>
        </p:nvGrpSpPr>
        <p:grpSpPr>
          <a:xfrm rot="-2365545">
            <a:off x="7214222" y="3027266"/>
            <a:ext cx="669715" cy="772524"/>
            <a:chOff x="2963892" y="6575935"/>
            <a:chExt cx="378130" cy="436192"/>
          </a:xfrm>
        </p:grpSpPr>
        <p:sp>
          <p:nvSpPr>
            <p:cNvPr id="569" name="Google Shape;569;p79"/>
            <p:cNvSpPr/>
            <p:nvPr/>
          </p:nvSpPr>
          <p:spPr>
            <a:xfrm rot="5621274">
              <a:off x="2963295" y="6785233"/>
              <a:ext cx="228004" cy="212584"/>
            </a:xfrm>
            <a:custGeom>
              <a:rect b="b" l="l" r="r" t="t"/>
              <a:pathLst>
                <a:path extrusionOk="0" h="11489" w="12324">
                  <a:moveTo>
                    <a:pt x="6216" y="0"/>
                  </a:moveTo>
                  <a:cubicBezTo>
                    <a:pt x="5168" y="0"/>
                    <a:pt x="4121" y="574"/>
                    <a:pt x="3048" y="1881"/>
                  </a:cubicBezTo>
                  <a:cubicBezTo>
                    <a:pt x="1774" y="3429"/>
                    <a:pt x="0" y="4881"/>
                    <a:pt x="1155" y="7072"/>
                  </a:cubicBezTo>
                  <a:cubicBezTo>
                    <a:pt x="1905" y="8489"/>
                    <a:pt x="4453" y="11025"/>
                    <a:pt x="5989" y="11406"/>
                  </a:cubicBezTo>
                  <a:cubicBezTo>
                    <a:pt x="6217" y="11463"/>
                    <a:pt x="6430" y="11489"/>
                    <a:pt x="6630" y="11489"/>
                  </a:cubicBezTo>
                  <a:cubicBezTo>
                    <a:pt x="8445" y="11489"/>
                    <a:pt x="9164" y="9312"/>
                    <a:pt x="9882" y="7917"/>
                  </a:cubicBezTo>
                  <a:cubicBezTo>
                    <a:pt x="10513" y="6691"/>
                    <a:pt x="12323" y="3595"/>
                    <a:pt x="10323" y="2512"/>
                  </a:cubicBezTo>
                  <a:cubicBezTo>
                    <a:pt x="8916" y="951"/>
                    <a:pt x="7565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9"/>
            <p:cNvSpPr/>
            <p:nvPr/>
          </p:nvSpPr>
          <p:spPr>
            <a:xfrm rot="5621274">
              <a:off x="3240340" y="6749295"/>
              <a:ext cx="99368" cy="97808"/>
            </a:xfrm>
            <a:custGeom>
              <a:rect b="b" l="l" r="r" t="t"/>
              <a:pathLst>
                <a:path extrusionOk="0" h="5286" w="5371">
                  <a:moveTo>
                    <a:pt x="1727" y="0"/>
                  </a:moveTo>
                  <a:cubicBezTo>
                    <a:pt x="1690" y="0"/>
                    <a:pt x="1654" y="2"/>
                    <a:pt x="1620" y="5"/>
                  </a:cubicBezTo>
                  <a:cubicBezTo>
                    <a:pt x="489" y="112"/>
                    <a:pt x="524" y="1374"/>
                    <a:pt x="417" y="2208"/>
                  </a:cubicBezTo>
                  <a:cubicBezTo>
                    <a:pt x="322" y="2863"/>
                    <a:pt x="1" y="4553"/>
                    <a:pt x="1072" y="4720"/>
                  </a:cubicBezTo>
                  <a:cubicBezTo>
                    <a:pt x="1724" y="5076"/>
                    <a:pt x="2311" y="5286"/>
                    <a:pt x="2819" y="5286"/>
                  </a:cubicBezTo>
                  <a:cubicBezTo>
                    <a:pt x="3535" y="5286"/>
                    <a:pt x="4096" y="4868"/>
                    <a:pt x="4465" y="3851"/>
                  </a:cubicBezTo>
                  <a:cubicBezTo>
                    <a:pt x="4787" y="2946"/>
                    <a:pt x="5370" y="2005"/>
                    <a:pt x="4489" y="1196"/>
                  </a:cubicBezTo>
                  <a:cubicBezTo>
                    <a:pt x="3955" y="696"/>
                    <a:pt x="2509" y="0"/>
                    <a:pt x="1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79"/>
            <p:cNvSpPr/>
            <p:nvPr/>
          </p:nvSpPr>
          <p:spPr>
            <a:xfrm rot="5621274">
              <a:off x="3013868" y="6580156"/>
              <a:ext cx="107730" cy="105876"/>
            </a:xfrm>
            <a:custGeom>
              <a:rect b="b" l="l" r="r" t="t"/>
              <a:pathLst>
                <a:path extrusionOk="0" h="5722" w="5823">
                  <a:moveTo>
                    <a:pt x="1887" y="1"/>
                  </a:moveTo>
                  <a:cubicBezTo>
                    <a:pt x="1844" y="1"/>
                    <a:pt x="1802" y="3"/>
                    <a:pt x="1762" y="7"/>
                  </a:cubicBezTo>
                  <a:cubicBezTo>
                    <a:pt x="548" y="114"/>
                    <a:pt x="584" y="1495"/>
                    <a:pt x="465" y="2388"/>
                  </a:cubicBezTo>
                  <a:cubicBezTo>
                    <a:pt x="358" y="3102"/>
                    <a:pt x="0" y="4924"/>
                    <a:pt x="1167" y="5115"/>
                  </a:cubicBezTo>
                  <a:cubicBezTo>
                    <a:pt x="1873" y="5495"/>
                    <a:pt x="2508" y="5721"/>
                    <a:pt x="3058" y="5721"/>
                  </a:cubicBezTo>
                  <a:cubicBezTo>
                    <a:pt x="3834" y="5721"/>
                    <a:pt x="4442" y="5270"/>
                    <a:pt x="4846" y="4162"/>
                  </a:cubicBezTo>
                  <a:cubicBezTo>
                    <a:pt x="5203" y="3186"/>
                    <a:pt x="5822" y="2162"/>
                    <a:pt x="4882" y="1293"/>
                  </a:cubicBezTo>
                  <a:cubicBezTo>
                    <a:pt x="4293" y="760"/>
                    <a:pt x="2743" y="1"/>
                    <a:pt x="1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79"/>
          <p:cNvGrpSpPr/>
          <p:nvPr/>
        </p:nvGrpSpPr>
        <p:grpSpPr>
          <a:xfrm>
            <a:off x="7389699" y="4273399"/>
            <a:ext cx="1498599" cy="1022076"/>
            <a:chOff x="7331424" y="4350049"/>
            <a:chExt cx="1498599" cy="1022076"/>
          </a:xfrm>
        </p:grpSpPr>
        <p:sp>
          <p:nvSpPr>
            <p:cNvPr id="573" name="Google Shape;573;p79"/>
            <p:cNvSpPr/>
            <p:nvPr/>
          </p:nvSpPr>
          <p:spPr>
            <a:xfrm>
              <a:off x="7331424" y="4350049"/>
              <a:ext cx="1498599" cy="1022076"/>
            </a:xfrm>
            <a:custGeom>
              <a:rect b="b" l="l" r="r" t="t"/>
              <a:pathLst>
                <a:path extrusionOk="0" h="27407" w="40185">
                  <a:moveTo>
                    <a:pt x="19819" y="0"/>
                  </a:moveTo>
                  <a:cubicBezTo>
                    <a:pt x="16749" y="0"/>
                    <a:pt x="13511" y="254"/>
                    <a:pt x="10478" y="1236"/>
                  </a:cubicBezTo>
                  <a:cubicBezTo>
                    <a:pt x="5811" y="2760"/>
                    <a:pt x="2263" y="5975"/>
                    <a:pt x="989" y="9845"/>
                  </a:cubicBezTo>
                  <a:cubicBezTo>
                    <a:pt x="310" y="11904"/>
                    <a:pt x="263" y="14083"/>
                    <a:pt x="215" y="16191"/>
                  </a:cubicBezTo>
                  <a:lnTo>
                    <a:pt x="1" y="27394"/>
                  </a:lnTo>
                  <a:lnTo>
                    <a:pt x="727" y="27406"/>
                  </a:lnTo>
                  <a:lnTo>
                    <a:pt x="929" y="16203"/>
                  </a:lnTo>
                  <a:cubicBezTo>
                    <a:pt x="977" y="14155"/>
                    <a:pt x="1013" y="12035"/>
                    <a:pt x="1668" y="10071"/>
                  </a:cubicBezTo>
                  <a:cubicBezTo>
                    <a:pt x="2858" y="6428"/>
                    <a:pt x="6240" y="3380"/>
                    <a:pt x="10692" y="1927"/>
                  </a:cubicBezTo>
                  <a:cubicBezTo>
                    <a:pt x="13646" y="962"/>
                    <a:pt x="16816" y="719"/>
                    <a:pt x="19830" y="719"/>
                  </a:cubicBezTo>
                  <a:cubicBezTo>
                    <a:pt x="21057" y="719"/>
                    <a:pt x="22258" y="760"/>
                    <a:pt x="23408" y="808"/>
                  </a:cubicBezTo>
                  <a:cubicBezTo>
                    <a:pt x="25706" y="915"/>
                    <a:pt x="27909" y="1105"/>
                    <a:pt x="29576" y="2344"/>
                  </a:cubicBezTo>
                  <a:cubicBezTo>
                    <a:pt x="32314" y="4380"/>
                    <a:pt x="33731" y="7618"/>
                    <a:pt x="35088" y="10761"/>
                  </a:cubicBezTo>
                  <a:cubicBezTo>
                    <a:pt x="35362" y="11392"/>
                    <a:pt x="35648" y="12059"/>
                    <a:pt x="35934" y="12678"/>
                  </a:cubicBezTo>
                  <a:cubicBezTo>
                    <a:pt x="37732" y="16572"/>
                    <a:pt x="38625" y="20858"/>
                    <a:pt x="39482" y="24989"/>
                  </a:cubicBezTo>
                  <a:lnTo>
                    <a:pt x="40184" y="24846"/>
                  </a:lnTo>
                  <a:cubicBezTo>
                    <a:pt x="39315" y="20667"/>
                    <a:pt x="38422" y="16345"/>
                    <a:pt x="36589" y="12381"/>
                  </a:cubicBezTo>
                  <a:cubicBezTo>
                    <a:pt x="36303" y="11762"/>
                    <a:pt x="36029" y="11107"/>
                    <a:pt x="35755" y="10476"/>
                  </a:cubicBezTo>
                  <a:cubicBezTo>
                    <a:pt x="34350" y="7249"/>
                    <a:pt x="32910" y="3915"/>
                    <a:pt x="30016" y="1760"/>
                  </a:cubicBezTo>
                  <a:cubicBezTo>
                    <a:pt x="28183" y="403"/>
                    <a:pt x="25766" y="189"/>
                    <a:pt x="23444" y="93"/>
                  </a:cubicBezTo>
                  <a:cubicBezTo>
                    <a:pt x="22280" y="42"/>
                    <a:pt x="21063" y="0"/>
                    <a:pt x="19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9"/>
            <p:cNvSpPr/>
            <p:nvPr/>
          </p:nvSpPr>
          <p:spPr>
            <a:xfrm>
              <a:off x="7414472" y="4440332"/>
              <a:ext cx="1301434" cy="904269"/>
            </a:xfrm>
            <a:custGeom>
              <a:rect b="b" l="l" r="r" t="t"/>
              <a:pathLst>
                <a:path extrusionOk="0" h="24248" w="34898">
                  <a:moveTo>
                    <a:pt x="18191" y="0"/>
                  </a:moveTo>
                  <a:cubicBezTo>
                    <a:pt x="17746" y="0"/>
                    <a:pt x="17323" y="16"/>
                    <a:pt x="16931" y="42"/>
                  </a:cubicBezTo>
                  <a:cubicBezTo>
                    <a:pt x="13835" y="244"/>
                    <a:pt x="10871" y="1137"/>
                    <a:pt x="8132" y="2066"/>
                  </a:cubicBezTo>
                  <a:cubicBezTo>
                    <a:pt x="6275" y="2697"/>
                    <a:pt x="4346" y="3435"/>
                    <a:pt x="3036" y="4923"/>
                  </a:cubicBezTo>
                  <a:cubicBezTo>
                    <a:pt x="1560" y="6590"/>
                    <a:pt x="1131" y="8864"/>
                    <a:pt x="845" y="10865"/>
                  </a:cubicBezTo>
                  <a:cubicBezTo>
                    <a:pt x="203" y="15246"/>
                    <a:pt x="0" y="19675"/>
                    <a:pt x="203" y="24104"/>
                  </a:cubicBezTo>
                  <a:cubicBezTo>
                    <a:pt x="203" y="24152"/>
                    <a:pt x="214" y="24199"/>
                    <a:pt x="203" y="24247"/>
                  </a:cubicBezTo>
                  <a:lnTo>
                    <a:pt x="929" y="24211"/>
                  </a:lnTo>
                  <a:lnTo>
                    <a:pt x="929" y="24080"/>
                  </a:lnTo>
                  <a:cubicBezTo>
                    <a:pt x="714" y="19699"/>
                    <a:pt x="929" y="15306"/>
                    <a:pt x="1548" y="10960"/>
                  </a:cubicBezTo>
                  <a:cubicBezTo>
                    <a:pt x="1822" y="9067"/>
                    <a:pt x="2238" y="6924"/>
                    <a:pt x="3572" y="5400"/>
                  </a:cubicBezTo>
                  <a:cubicBezTo>
                    <a:pt x="4775" y="4042"/>
                    <a:pt x="6596" y="3340"/>
                    <a:pt x="8358" y="2744"/>
                  </a:cubicBezTo>
                  <a:cubicBezTo>
                    <a:pt x="11049" y="1840"/>
                    <a:pt x="13966" y="959"/>
                    <a:pt x="16990" y="768"/>
                  </a:cubicBezTo>
                  <a:cubicBezTo>
                    <a:pt x="17378" y="741"/>
                    <a:pt x="17795" y="725"/>
                    <a:pt x="18237" y="725"/>
                  </a:cubicBezTo>
                  <a:cubicBezTo>
                    <a:pt x="20359" y="725"/>
                    <a:pt x="23023" y="1105"/>
                    <a:pt x="25408" y="2554"/>
                  </a:cubicBezTo>
                  <a:cubicBezTo>
                    <a:pt x="27730" y="3971"/>
                    <a:pt x="29670" y="6340"/>
                    <a:pt x="31171" y="9579"/>
                  </a:cubicBezTo>
                  <a:cubicBezTo>
                    <a:pt x="33242" y="14067"/>
                    <a:pt x="34159" y="16710"/>
                    <a:pt x="33588" y="21437"/>
                  </a:cubicBezTo>
                  <a:lnTo>
                    <a:pt x="34302" y="21521"/>
                  </a:lnTo>
                  <a:cubicBezTo>
                    <a:pt x="34897" y="16615"/>
                    <a:pt x="33957" y="13901"/>
                    <a:pt x="31814" y="9281"/>
                  </a:cubicBezTo>
                  <a:cubicBezTo>
                    <a:pt x="30266" y="5900"/>
                    <a:pt x="28230" y="3435"/>
                    <a:pt x="25777" y="1947"/>
                  </a:cubicBezTo>
                  <a:cubicBezTo>
                    <a:pt x="23246" y="398"/>
                    <a:pt x="20426" y="0"/>
                    <a:pt x="1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9"/>
            <p:cNvSpPr/>
            <p:nvPr/>
          </p:nvSpPr>
          <p:spPr>
            <a:xfrm>
              <a:off x="7489949" y="4520471"/>
              <a:ext cx="1099830" cy="809023"/>
            </a:xfrm>
            <a:custGeom>
              <a:rect b="b" l="l" r="r" t="t"/>
              <a:pathLst>
                <a:path extrusionOk="0" h="21694" w="29492">
                  <a:moveTo>
                    <a:pt x="14431" y="0"/>
                  </a:moveTo>
                  <a:cubicBezTo>
                    <a:pt x="9763" y="24"/>
                    <a:pt x="5084" y="2965"/>
                    <a:pt x="2548" y="7501"/>
                  </a:cubicBezTo>
                  <a:cubicBezTo>
                    <a:pt x="798" y="10609"/>
                    <a:pt x="0" y="14442"/>
                    <a:pt x="191" y="18514"/>
                  </a:cubicBezTo>
                  <a:cubicBezTo>
                    <a:pt x="238" y="19586"/>
                    <a:pt x="357" y="20646"/>
                    <a:pt x="536" y="21693"/>
                  </a:cubicBezTo>
                  <a:lnTo>
                    <a:pt x="1238" y="21574"/>
                  </a:lnTo>
                  <a:cubicBezTo>
                    <a:pt x="381" y="16490"/>
                    <a:pt x="1060" y="11621"/>
                    <a:pt x="3167" y="7870"/>
                  </a:cubicBezTo>
                  <a:cubicBezTo>
                    <a:pt x="5584" y="3548"/>
                    <a:pt x="10013" y="738"/>
                    <a:pt x="14431" y="726"/>
                  </a:cubicBezTo>
                  <a:cubicBezTo>
                    <a:pt x="14451" y="726"/>
                    <a:pt x="14472" y="726"/>
                    <a:pt x="14493" y="726"/>
                  </a:cubicBezTo>
                  <a:cubicBezTo>
                    <a:pt x="16591" y="726"/>
                    <a:pt x="18651" y="1321"/>
                    <a:pt x="20431" y="2429"/>
                  </a:cubicBezTo>
                  <a:cubicBezTo>
                    <a:pt x="21598" y="3179"/>
                    <a:pt x="22646" y="4096"/>
                    <a:pt x="23551" y="5156"/>
                  </a:cubicBezTo>
                  <a:cubicBezTo>
                    <a:pt x="27027" y="9120"/>
                    <a:pt x="28766" y="14311"/>
                    <a:pt x="28385" y="19574"/>
                  </a:cubicBezTo>
                  <a:lnTo>
                    <a:pt x="29099" y="19622"/>
                  </a:lnTo>
                  <a:cubicBezTo>
                    <a:pt x="29492" y="14169"/>
                    <a:pt x="27694" y="8787"/>
                    <a:pt x="24098" y="4679"/>
                  </a:cubicBezTo>
                  <a:cubicBezTo>
                    <a:pt x="23146" y="3572"/>
                    <a:pt x="22051" y="2608"/>
                    <a:pt x="20824" y="1822"/>
                  </a:cubicBezTo>
                  <a:cubicBezTo>
                    <a:pt x="18907" y="631"/>
                    <a:pt x="16693" y="0"/>
                    <a:pt x="14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9"/>
            <p:cNvSpPr/>
            <p:nvPr/>
          </p:nvSpPr>
          <p:spPr>
            <a:xfrm>
              <a:off x="7582281" y="4662253"/>
              <a:ext cx="913368" cy="646801"/>
            </a:xfrm>
            <a:custGeom>
              <a:rect b="b" l="l" r="r" t="t"/>
              <a:pathLst>
                <a:path extrusionOk="0" h="17344" w="24492">
                  <a:moveTo>
                    <a:pt x="14448" y="0"/>
                  </a:moveTo>
                  <a:cubicBezTo>
                    <a:pt x="12606" y="0"/>
                    <a:pt x="10536" y="456"/>
                    <a:pt x="8252" y="1365"/>
                  </a:cubicBezTo>
                  <a:cubicBezTo>
                    <a:pt x="6537" y="2056"/>
                    <a:pt x="4073" y="3187"/>
                    <a:pt x="2453" y="5211"/>
                  </a:cubicBezTo>
                  <a:cubicBezTo>
                    <a:pt x="1227" y="6723"/>
                    <a:pt x="477" y="8688"/>
                    <a:pt x="191" y="11069"/>
                  </a:cubicBezTo>
                  <a:cubicBezTo>
                    <a:pt x="36" y="12510"/>
                    <a:pt x="1" y="13950"/>
                    <a:pt x="96" y="15391"/>
                  </a:cubicBezTo>
                  <a:cubicBezTo>
                    <a:pt x="120" y="16046"/>
                    <a:pt x="167" y="16701"/>
                    <a:pt x="215" y="17344"/>
                  </a:cubicBezTo>
                  <a:lnTo>
                    <a:pt x="691" y="17308"/>
                  </a:lnTo>
                  <a:cubicBezTo>
                    <a:pt x="560" y="15284"/>
                    <a:pt x="417" y="13176"/>
                    <a:pt x="667" y="11129"/>
                  </a:cubicBezTo>
                  <a:cubicBezTo>
                    <a:pt x="941" y="8843"/>
                    <a:pt x="1668" y="6949"/>
                    <a:pt x="2834" y="5509"/>
                  </a:cubicBezTo>
                  <a:cubicBezTo>
                    <a:pt x="4382" y="3580"/>
                    <a:pt x="6763" y="2473"/>
                    <a:pt x="8430" y="1818"/>
                  </a:cubicBezTo>
                  <a:cubicBezTo>
                    <a:pt x="10655" y="930"/>
                    <a:pt x="12663" y="485"/>
                    <a:pt x="14441" y="485"/>
                  </a:cubicBezTo>
                  <a:cubicBezTo>
                    <a:pt x="15785" y="485"/>
                    <a:pt x="16998" y="739"/>
                    <a:pt x="18074" y="1246"/>
                  </a:cubicBezTo>
                  <a:cubicBezTo>
                    <a:pt x="20289" y="2282"/>
                    <a:pt x="22075" y="4544"/>
                    <a:pt x="22980" y="7450"/>
                  </a:cubicBezTo>
                  <a:cubicBezTo>
                    <a:pt x="23801" y="10093"/>
                    <a:pt x="23885" y="12915"/>
                    <a:pt x="23956" y="15653"/>
                  </a:cubicBezTo>
                  <a:cubicBezTo>
                    <a:pt x="23956" y="15724"/>
                    <a:pt x="23992" y="15796"/>
                    <a:pt x="24051" y="15855"/>
                  </a:cubicBezTo>
                  <a:cubicBezTo>
                    <a:pt x="24027" y="15820"/>
                    <a:pt x="24016" y="15784"/>
                    <a:pt x="24016" y="15748"/>
                  </a:cubicBezTo>
                  <a:lnTo>
                    <a:pt x="24492" y="15724"/>
                  </a:lnTo>
                  <a:cubicBezTo>
                    <a:pt x="24492" y="15665"/>
                    <a:pt x="24468" y="15605"/>
                    <a:pt x="24432" y="15558"/>
                  </a:cubicBezTo>
                  <a:cubicBezTo>
                    <a:pt x="24361" y="12819"/>
                    <a:pt x="24278" y="9986"/>
                    <a:pt x="23444" y="7307"/>
                  </a:cubicBezTo>
                  <a:cubicBezTo>
                    <a:pt x="22492" y="4271"/>
                    <a:pt x="20610" y="1901"/>
                    <a:pt x="18277" y="806"/>
                  </a:cubicBezTo>
                  <a:cubicBezTo>
                    <a:pt x="17140" y="268"/>
                    <a:pt x="15861" y="0"/>
                    <a:pt x="14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79"/>
            <p:cNvSpPr/>
            <p:nvPr/>
          </p:nvSpPr>
          <p:spPr>
            <a:xfrm>
              <a:off x="7639561" y="4785725"/>
              <a:ext cx="804138" cy="498899"/>
            </a:xfrm>
            <a:custGeom>
              <a:rect b="b" l="l" r="r" t="t"/>
              <a:pathLst>
                <a:path extrusionOk="0" h="13378" w="21563">
                  <a:moveTo>
                    <a:pt x="13318" y="1"/>
                  </a:moveTo>
                  <a:cubicBezTo>
                    <a:pt x="12595" y="1"/>
                    <a:pt x="11900" y="42"/>
                    <a:pt x="11276" y="79"/>
                  </a:cubicBezTo>
                  <a:cubicBezTo>
                    <a:pt x="9657" y="174"/>
                    <a:pt x="7978" y="269"/>
                    <a:pt x="6359" y="686"/>
                  </a:cubicBezTo>
                  <a:cubicBezTo>
                    <a:pt x="4537" y="1162"/>
                    <a:pt x="3037" y="2019"/>
                    <a:pt x="2025" y="3162"/>
                  </a:cubicBezTo>
                  <a:cubicBezTo>
                    <a:pt x="655" y="4710"/>
                    <a:pt x="215" y="6698"/>
                    <a:pt x="84" y="8103"/>
                  </a:cubicBezTo>
                  <a:cubicBezTo>
                    <a:pt x="12" y="8865"/>
                    <a:pt x="1" y="9651"/>
                    <a:pt x="36" y="10425"/>
                  </a:cubicBezTo>
                  <a:cubicBezTo>
                    <a:pt x="84" y="11425"/>
                    <a:pt x="203" y="12401"/>
                    <a:pt x="298" y="13378"/>
                  </a:cubicBezTo>
                  <a:lnTo>
                    <a:pt x="774" y="13318"/>
                  </a:lnTo>
                  <a:cubicBezTo>
                    <a:pt x="584" y="11616"/>
                    <a:pt x="382" y="9865"/>
                    <a:pt x="548" y="8139"/>
                  </a:cubicBezTo>
                  <a:cubicBezTo>
                    <a:pt x="679" y="6806"/>
                    <a:pt x="1096" y="4924"/>
                    <a:pt x="2382" y="3472"/>
                  </a:cubicBezTo>
                  <a:cubicBezTo>
                    <a:pt x="3322" y="2412"/>
                    <a:pt x="4739" y="1591"/>
                    <a:pt x="6478" y="1150"/>
                  </a:cubicBezTo>
                  <a:cubicBezTo>
                    <a:pt x="8037" y="745"/>
                    <a:pt x="9704" y="650"/>
                    <a:pt x="11300" y="555"/>
                  </a:cubicBezTo>
                  <a:cubicBezTo>
                    <a:pt x="11997" y="515"/>
                    <a:pt x="12673" y="484"/>
                    <a:pt x="13323" y="484"/>
                  </a:cubicBezTo>
                  <a:cubicBezTo>
                    <a:pt x="15027" y="484"/>
                    <a:pt x="16559" y="699"/>
                    <a:pt x="17860" y="1543"/>
                  </a:cubicBezTo>
                  <a:cubicBezTo>
                    <a:pt x="19336" y="2495"/>
                    <a:pt x="20384" y="4281"/>
                    <a:pt x="20741" y="6436"/>
                  </a:cubicBezTo>
                  <a:cubicBezTo>
                    <a:pt x="21063" y="8413"/>
                    <a:pt x="20837" y="10437"/>
                    <a:pt x="20622" y="12401"/>
                  </a:cubicBezTo>
                  <a:lnTo>
                    <a:pt x="21098" y="12461"/>
                  </a:lnTo>
                  <a:cubicBezTo>
                    <a:pt x="21325" y="10461"/>
                    <a:pt x="21563" y="8401"/>
                    <a:pt x="21218" y="6365"/>
                  </a:cubicBezTo>
                  <a:cubicBezTo>
                    <a:pt x="20837" y="4067"/>
                    <a:pt x="19717" y="2162"/>
                    <a:pt x="18122" y="1138"/>
                  </a:cubicBezTo>
                  <a:cubicBezTo>
                    <a:pt x="16698" y="208"/>
                    <a:pt x="14937" y="1"/>
                    <a:pt x="1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79"/>
            <p:cNvSpPr/>
            <p:nvPr/>
          </p:nvSpPr>
          <p:spPr>
            <a:xfrm>
              <a:off x="7736368" y="4866610"/>
              <a:ext cx="597239" cy="403803"/>
            </a:xfrm>
            <a:custGeom>
              <a:rect b="b" l="l" r="r" t="t"/>
              <a:pathLst>
                <a:path extrusionOk="0" h="10828" w="16015">
                  <a:moveTo>
                    <a:pt x="8357" y="1"/>
                  </a:moveTo>
                  <a:cubicBezTo>
                    <a:pt x="7106" y="1"/>
                    <a:pt x="5829" y="200"/>
                    <a:pt x="4632" y="422"/>
                  </a:cubicBezTo>
                  <a:cubicBezTo>
                    <a:pt x="3548" y="624"/>
                    <a:pt x="2500" y="862"/>
                    <a:pt x="1774" y="1600"/>
                  </a:cubicBezTo>
                  <a:cubicBezTo>
                    <a:pt x="1119" y="2255"/>
                    <a:pt x="857" y="3184"/>
                    <a:pt x="667" y="4089"/>
                  </a:cubicBezTo>
                  <a:cubicBezTo>
                    <a:pt x="191" y="6303"/>
                    <a:pt x="0" y="8566"/>
                    <a:pt x="72" y="10828"/>
                  </a:cubicBezTo>
                  <a:lnTo>
                    <a:pt x="560" y="10804"/>
                  </a:lnTo>
                  <a:cubicBezTo>
                    <a:pt x="476" y="8577"/>
                    <a:pt x="667" y="6363"/>
                    <a:pt x="1131" y="4184"/>
                  </a:cubicBezTo>
                  <a:cubicBezTo>
                    <a:pt x="1298" y="3410"/>
                    <a:pt x="1512" y="2529"/>
                    <a:pt x="2108" y="1934"/>
                  </a:cubicBezTo>
                  <a:cubicBezTo>
                    <a:pt x="2750" y="1291"/>
                    <a:pt x="3703" y="1077"/>
                    <a:pt x="4715" y="886"/>
                  </a:cubicBezTo>
                  <a:cubicBezTo>
                    <a:pt x="5891" y="673"/>
                    <a:pt x="7143" y="476"/>
                    <a:pt x="8360" y="476"/>
                  </a:cubicBezTo>
                  <a:cubicBezTo>
                    <a:pt x="9657" y="476"/>
                    <a:pt x="10915" y="699"/>
                    <a:pt x="12002" y="1362"/>
                  </a:cubicBezTo>
                  <a:cubicBezTo>
                    <a:pt x="13276" y="2148"/>
                    <a:pt x="14288" y="3565"/>
                    <a:pt x="14835" y="5363"/>
                  </a:cubicBezTo>
                  <a:cubicBezTo>
                    <a:pt x="15347" y="6994"/>
                    <a:pt x="15443" y="8744"/>
                    <a:pt x="15538" y="10435"/>
                  </a:cubicBezTo>
                  <a:lnTo>
                    <a:pt x="16014" y="10411"/>
                  </a:lnTo>
                  <a:cubicBezTo>
                    <a:pt x="15919" y="8697"/>
                    <a:pt x="15824" y="6911"/>
                    <a:pt x="15300" y="5220"/>
                  </a:cubicBezTo>
                  <a:cubicBezTo>
                    <a:pt x="14716" y="3315"/>
                    <a:pt x="13633" y="1803"/>
                    <a:pt x="12252" y="958"/>
                  </a:cubicBezTo>
                  <a:cubicBezTo>
                    <a:pt x="11074" y="241"/>
                    <a:pt x="9731" y="1"/>
                    <a:pt x="8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79"/>
            <p:cNvSpPr/>
            <p:nvPr/>
          </p:nvSpPr>
          <p:spPr>
            <a:xfrm>
              <a:off x="7822473" y="4921130"/>
              <a:ext cx="458288" cy="345291"/>
            </a:xfrm>
            <a:custGeom>
              <a:rect b="b" l="l" r="r" t="t"/>
              <a:pathLst>
                <a:path extrusionOk="0" h="9259" w="12289">
                  <a:moveTo>
                    <a:pt x="6139" y="0"/>
                  </a:moveTo>
                  <a:cubicBezTo>
                    <a:pt x="5083" y="0"/>
                    <a:pt x="3989" y="389"/>
                    <a:pt x="3085" y="1115"/>
                  </a:cubicBezTo>
                  <a:cubicBezTo>
                    <a:pt x="2037" y="1972"/>
                    <a:pt x="1215" y="3258"/>
                    <a:pt x="727" y="4841"/>
                  </a:cubicBezTo>
                  <a:cubicBezTo>
                    <a:pt x="299" y="6246"/>
                    <a:pt x="156" y="7711"/>
                    <a:pt x="1" y="9140"/>
                  </a:cubicBezTo>
                  <a:lnTo>
                    <a:pt x="477" y="9187"/>
                  </a:lnTo>
                  <a:cubicBezTo>
                    <a:pt x="620" y="7782"/>
                    <a:pt x="763" y="6330"/>
                    <a:pt x="1192" y="4972"/>
                  </a:cubicBezTo>
                  <a:cubicBezTo>
                    <a:pt x="1644" y="3484"/>
                    <a:pt x="2406" y="2282"/>
                    <a:pt x="3382" y="1496"/>
                  </a:cubicBezTo>
                  <a:cubicBezTo>
                    <a:pt x="4203" y="837"/>
                    <a:pt x="5190" y="486"/>
                    <a:pt x="6132" y="486"/>
                  </a:cubicBezTo>
                  <a:cubicBezTo>
                    <a:pt x="6500" y="486"/>
                    <a:pt x="6862" y="540"/>
                    <a:pt x="7204" y="650"/>
                  </a:cubicBezTo>
                  <a:cubicBezTo>
                    <a:pt x="8252" y="984"/>
                    <a:pt x="8978" y="1770"/>
                    <a:pt x="9395" y="2365"/>
                  </a:cubicBezTo>
                  <a:cubicBezTo>
                    <a:pt x="9978" y="3186"/>
                    <a:pt x="10359" y="4163"/>
                    <a:pt x="10657" y="4996"/>
                  </a:cubicBezTo>
                  <a:cubicBezTo>
                    <a:pt x="11145" y="6377"/>
                    <a:pt x="11526" y="7806"/>
                    <a:pt x="11812" y="9259"/>
                  </a:cubicBezTo>
                  <a:lnTo>
                    <a:pt x="12288" y="9163"/>
                  </a:lnTo>
                  <a:cubicBezTo>
                    <a:pt x="12002" y="7699"/>
                    <a:pt x="11610" y="6246"/>
                    <a:pt x="11109" y="4830"/>
                  </a:cubicBezTo>
                  <a:cubicBezTo>
                    <a:pt x="10800" y="3960"/>
                    <a:pt x="10407" y="2960"/>
                    <a:pt x="9788" y="2091"/>
                  </a:cubicBezTo>
                  <a:cubicBezTo>
                    <a:pt x="9324" y="1436"/>
                    <a:pt x="8526" y="567"/>
                    <a:pt x="7359" y="186"/>
                  </a:cubicBezTo>
                  <a:cubicBezTo>
                    <a:pt x="6968" y="61"/>
                    <a:pt x="6556" y="0"/>
                    <a:pt x="6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79"/>
            <p:cNvSpPr/>
            <p:nvPr/>
          </p:nvSpPr>
          <p:spPr>
            <a:xfrm>
              <a:off x="7897540" y="5016073"/>
              <a:ext cx="324146" cy="229051"/>
            </a:xfrm>
            <a:custGeom>
              <a:rect b="b" l="l" r="r" t="t"/>
              <a:pathLst>
                <a:path extrusionOk="0" h="6142" w="8692">
                  <a:moveTo>
                    <a:pt x="5026" y="1"/>
                  </a:moveTo>
                  <a:cubicBezTo>
                    <a:pt x="4415" y="1"/>
                    <a:pt x="3846" y="187"/>
                    <a:pt x="3429" y="379"/>
                  </a:cubicBezTo>
                  <a:cubicBezTo>
                    <a:pt x="1357" y="1319"/>
                    <a:pt x="0" y="3593"/>
                    <a:pt x="107" y="5855"/>
                  </a:cubicBezTo>
                  <a:cubicBezTo>
                    <a:pt x="107" y="5951"/>
                    <a:pt x="131" y="6046"/>
                    <a:pt x="131" y="6141"/>
                  </a:cubicBezTo>
                  <a:lnTo>
                    <a:pt x="619" y="6082"/>
                  </a:lnTo>
                  <a:cubicBezTo>
                    <a:pt x="429" y="3867"/>
                    <a:pt x="1631" y="1772"/>
                    <a:pt x="3632" y="819"/>
                  </a:cubicBezTo>
                  <a:cubicBezTo>
                    <a:pt x="4002" y="651"/>
                    <a:pt x="4497" y="482"/>
                    <a:pt x="5021" y="482"/>
                  </a:cubicBezTo>
                  <a:cubicBezTo>
                    <a:pt x="5238" y="482"/>
                    <a:pt x="5460" y="511"/>
                    <a:pt x="5679" y="581"/>
                  </a:cubicBezTo>
                  <a:cubicBezTo>
                    <a:pt x="6477" y="831"/>
                    <a:pt x="7013" y="1581"/>
                    <a:pt x="7334" y="2164"/>
                  </a:cubicBezTo>
                  <a:cubicBezTo>
                    <a:pt x="7930" y="3296"/>
                    <a:pt x="8204" y="4569"/>
                    <a:pt x="8108" y="5832"/>
                  </a:cubicBezTo>
                  <a:lnTo>
                    <a:pt x="8596" y="5867"/>
                  </a:lnTo>
                  <a:cubicBezTo>
                    <a:pt x="8692" y="4510"/>
                    <a:pt x="8394" y="3141"/>
                    <a:pt x="7751" y="1938"/>
                  </a:cubicBezTo>
                  <a:cubicBezTo>
                    <a:pt x="7239" y="998"/>
                    <a:pt x="6560" y="367"/>
                    <a:pt x="5822" y="117"/>
                  </a:cubicBezTo>
                  <a:cubicBezTo>
                    <a:pt x="5555" y="35"/>
                    <a:pt x="5287" y="1"/>
                    <a:pt x="5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79"/>
            <p:cNvSpPr/>
            <p:nvPr/>
          </p:nvSpPr>
          <p:spPr>
            <a:xfrm>
              <a:off x="7928604" y="5113478"/>
              <a:ext cx="213164" cy="135633"/>
            </a:xfrm>
            <a:custGeom>
              <a:rect b="b" l="l" r="r" t="t"/>
              <a:pathLst>
                <a:path extrusionOk="0" h="3637" w="5716">
                  <a:moveTo>
                    <a:pt x="3333" y="0"/>
                  </a:moveTo>
                  <a:cubicBezTo>
                    <a:pt x="3294" y="0"/>
                    <a:pt x="3254" y="2"/>
                    <a:pt x="3215" y="5"/>
                  </a:cubicBezTo>
                  <a:cubicBezTo>
                    <a:pt x="2751" y="53"/>
                    <a:pt x="2310" y="255"/>
                    <a:pt x="1965" y="600"/>
                  </a:cubicBezTo>
                  <a:cubicBezTo>
                    <a:pt x="1656" y="898"/>
                    <a:pt x="1394" y="1243"/>
                    <a:pt x="1167" y="1612"/>
                  </a:cubicBezTo>
                  <a:lnTo>
                    <a:pt x="1" y="3374"/>
                  </a:lnTo>
                  <a:lnTo>
                    <a:pt x="405" y="3636"/>
                  </a:lnTo>
                  <a:lnTo>
                    <a:pt x="1572" y="1874"/>
                  </a:lnTo>
                  <a:cubicBezTo>
                    <a:pt x="1775" y="1529"/>
                    <a:pt x="2025" y="1219"/>
                    <a:pt x="2310" y="934"/>
                  </a:cubicBezTo>
                  <a:cubicBezTo>
                    <a:pt x="2560" y="672"/>
                    <a:pt x="2894" y="517"/>
                    <a:pt x="3263" y="469"/>
                  </a:cubicBezTo>
                  <a:cubicBezTo>
                    <a:pt x="3287" y="468"/>
                    <a:pt x="3311" y="467"/>
                    <a:pt x="3335" y="467"/>
                  </a:cubicBezTo>
                  <a:cubicBezTo>
                    <a:pt x="3842" y="467"/>
                    <a:pt x="4299" y="819"/>
                    <a:pt x="4561" y="1160"/>
                  </a:cubicBezTo>
                  <a:cubicBezTo>
                    <a:pt x="4894" y="1600"/>
                    <a:pt x="5085" y="2160"/>
                    <a:pt x="5275" y="2684"/>
                  </a:cubicBezTo>
                  <a:lnTo>
                    <a:pt x="5716" y="2541"/>
                  </a:lnTo>
                  <a:cubicBezTo>
                    <a:pt x="5525" y="1993"/>
                    <a:pt x="5323" y="1386"/>
                    <a:pt x="4930" y="874"/>
                  </a:cubicBezTo>
                  <a:cubicBezTo>
                    <a:pt x="4506" y="327"/>
                    <a:pt x="3915" y="0"/>
                    <a:pt x="3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79"/>
            <p:cNvSpPr/>
            <p:nvPr/>
          </p:nvSpPr>
          <p:spPr>
            <a:xfrm>
              <a:off x="7990321" y="5175643"/>
              <a:ext cx="123475" cy="98340"/>
            </a:xfrm>
            <a:custGeom>
              <a:rect b="b" l="l" r="r" t="t"/>
              <a:pathLst>
                <a:path extrusionOk="0" h="2637" w="3311">
                  <a:moveTo>
                    <a:pt x="1895" y="1"/>
                  </a:moveTo>
                  <a:cubicBezTo>
                    <a:pt x="1323" y="1"/>
                    <a:pt x="754" y="361"/>
                    <a:pt x="429" y="922"/>
                  </a:cubicBezTo>
                  <a:cubicBezTo>
                    <a:pt x="96" y="1481"/>
                    <a:pt x="24" y="2124"/>
                    <a:pt x="1" y="2612"/>
                  </a:cubicBezTo>
                  <a:lnTo>
                    <a:pt x="477" y="2636"/>
                  </a:lnTo>
                  <a:cubicBezTo>
                    <a:pt x="501" y="1981"/>
                    <a:pt x="620" y="1529"/>
                    <a:pt x="834" y="1160"/>
                  </a:cubicBezTo>
                  <a:cubicBezTo>
                    <a:pt x="1038" y="819"/>
                    <a:pt x="1437" y="479"/>
                    <a:pt x="1897" y="479"/>
                  </a:cubicBezTo>
                  <a:cubicBezTo>
                    <a:pt x="1920" y="479"/>
                    <a:pt x="1942" y="479"/>
                    <a:pt x="1965" y="481"/>
                  </a:cubicBezTo>
                  <a:cubicBezTo>
                    <a:pt x="2191" y="505"/>
                    <a:pt x="2417" y="624"/>
                    <a:pt x="2560" y="814"/>
                  </a:cubicBezTo>
                  <a:cubicBezTo>
                    <a:pt x="2668" y="945"/>
                    <a:pt x="2715" y="1124"/>
                    <a:pt x="2691" y="1303"/>
                  </a:cubicBezTo>
                  <a:cubicBezTo>
                    <a:pt x="2668" y="1517"/>
                    <a:pt x="2691" y="1743"/>
                    <a:pt x="2763" y="1945"/>
                  </a:cubicBezTo>
                  <a:cubicBezTo>
                    <a:pt x="2798" y="2041"/>
                    <a:pt x="2822" y="2148"/>
                    <a:pt x="2834" y="2267"/>
                  </a:cubicBezTo>
                  <a:lnTo>
                    <a:pt x="3310" y="2243"/>
                  </a:lnTo>
                  <a:cubicBezTo>
                    <a:pt x="3299" y="2088"/>
                    <a:pt x="3263" y="1945"/>
                    <a:pt x="3227" y="1814"/>
                  </a:cubicBezTo>
                  <a:cubicBezTo>
                    <a:pt x="3168" y="1684"/>
                    <a:pt x="3156" y="1541"/>
                    <a:pt x="3168" y="1398"/>
                  </a:cubicBezTo>
                  <a:cubicBezTo>
                    <a:pt x="3215" y="1088"/>
                    <a:pt x="3132" y="767"/>
                    <a:pt x="2941" y="517"/>
                  </a:cubicBezTo>
                  <a:cubicBezTo>
                    <a:pt x="2715" y="219"/>
                    <a:pt x="2370" y="29"/>
                    <a:pt x="2001" y="5"/>
                  </a:cubicBezTo>
                  <a:cubicBezTo>
                    <a:pt x="1966" y="2"/>
                    <a:pt x="1930" y="1"/>
                    <a:pt x="1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3" name="Google Shape;583;p79"/>
          <p:cNvSpPr/>
          <p:nvPr/>
        </p:nvSpPr>
        <p:spPr>
          <a:xfrm rot="1704555">
            <a:off x="4268175" y="551576"/>
            <a:ext cx="6351101" cy="4040341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p79"/>
          <p:cNvGrpSpPr/>
          <p:nvPr/>
        </p:nvGrpSpPr>
        <p:grpSpPr>
          <a:xfrm flipH="1">
            <a:off x="-756790" y="2184794"/>
            <a:ext cx="1601975" cy="500283"/>
            <a:chOff x="406875" y="1912875"/>
            <a:chExt cx="1054625" cy="329350"/>
          </a:xfrm>
        </p:grpSpPr>
        <p:sp>
          <p:nvSpPr>
            <p:cNvPr id="585" name="Google Shape;585;p79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79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9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79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79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79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79"/>
          <p:cNvSpPr txBox="1"/>
          <p:nvPr>
            <p:ph type="ctrTitle"/>
          </p:nvPr>
        </p:nvSpPr>
        <p:spPr>
          <a:xfrm>
            <a:off x="1052464" y="464228"/>
            <a:ext cx="5086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9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2" name="Google Shape;592;p79"/>
          <p:cNvSpPr txBox="1"/>
          <p:nvPr>
            <p:ph idx="1" type="subTitle"/>
          </p:nvPr>
        </p:nvSpPr>
        <p:spPr>
          <a:xfrm>
            <a:off x="1136783" y="1923412"/>
            <a:ext cx="37557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3" name="Google Shape;593;p79"/>
          <p:cNvSpPr txBox="1"/>
          <p:nvPr>
            <p:ph idx="2" type="subTitle"/>
          </p:nvPr>
        </p:nvSpPr>
        <p:spPr>
          <a:xfrm>
            <a:off x="1136783" y="1548354"/>
            <a:ext cx="363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4" name="Google Shape;594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"/>
          <p:cNvSpPr txBox="1"/>
          <p:nvPr>
            <p:ph idx="1" type="body"/>
          </p:nvPr>
        </p:nvSpPr>
        <p:spPr>
          <a:xfrm>
            <a:off x="717961" y="1695250"/>
            <a:ext cx="43005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81"/>
          <p:cNvSpPr txBox="1"/>
          <p:nvPr>
            <p:ph idx="2" type="subTitle"/>
          </p:nvPr>
        </p:nvSpPr>
        <p:spPr>
          <a:xfrm>
            <a:off x="713400" y="3249975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98" name="Google Shape;598;p81"/>
          <p:cNvSpPr txBox="1"/>
          <p:nvPr>
            <p:ph idx="3" type="body"/>
          </p:nvPr>
        </p:nvSpPr>
        <p:spPr>
          <a:xfrm>
            <a:off x="713400" y="3601875"/>
            <a:ext cx="4300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81"/>
          <p:cNvSpPr txBox="1"/>
          <p:nvPr>
            <p:ph idx="4" type="subTitle"/>
          </p:nvPr>
        </p:nvSpPr>
        <p:spPr>
          <a:xfrm>
            <a:off x="5600925" y="1343350"/>
            <a:ext cx="278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600" name="Google Shape;600;p81"/>
          <p:cNvSpPr txBox="1"/>
          <p:nvPr>
            <p:ph idx="5" type="body"/>
          </p:nvPr>
        </p:nvSpPr>
        <p:spPr>
          <a:xfrm>
            <a:off x="5600925" y="1695250"/>
            <a:ext cx="2784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hlink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1" name="Google Shape;601;p8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2" name="Google Shape;602;p81"/>
          <p:cNvSpPr txBox="1"/>
          <p:nvPr>
            <p:ph idx="6" type="subTitle"/>
          </p:nvPr>
        </p:nvSpPr>
        <p:spPr>
          <a:xfrm>
            <a:off x="717596" y="1343350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603" name="Google Shape;603;p81"/>
          <p:cNvGrpSpPr/>
          <p:nvPr/>
        </p:nvGrpSpPr>
        <p:grpSpPr>
          <a:xfrm>
            <a:off x="-2032916" y="-1346773"/>
            <a:ext cx="12295808" cy="8232501"/>
            <a:chOff x="-2032916" y="-1346773"/>
            <a:chExt cx="12295808" cy="8232501"/>
          </a:xfrm>
        </p:grpSpPr>
        <p:sp>
          <p:nvSpPr>
            <p:cNvPr id="604" name="Google Shape;604;p81"/>
            <p:cNvSpPr/>
            <p:nvPr/>
          </p:nvSpPr>
          <p:spPr>
            <a:xfrm rot="-5400000">
              <a:off x="7833671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5" name="Google Shape;605;p81"/>
            <p:cNvGrpSpPr/>
            <p:nvPr/>
          </p:nvGrpSpPr>
          <p:grpSpPr>
            <a:xfrm>
              <a:off x="8130145" y="404434"/>
              <a:ext cx="1184449" cy="369893"/>
              <a:chOff x="406875" y="1912875"/>
              <a:chExt cx="1054625" cy="329350"/>
            </a:xfrm>
          </p:grpSpPr>
          <p:sp>
            <p:nvSpPr>
              <p:cNvPr id="606" name="Google Shape;606;p8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2" name="Google Shape;612;p81"/>
            <p:cNvSpPr/>
            <p:nvPr/>
          </p:nvSpPr>
          <p:spPr>
            <a:xfrm rot="877307">
              <a:off x="-1426421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1"/>
            <p:cNvSpPr/>
            <p:nvPr/>
          </p:nvSpPr>
          <p:spPr>
            <a:xfrm rot="8100000">
              <a:off x="-1750454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1"/>
            <p:cNvSpPr/>
            <p:nvPr/>
          </p:nvSpPr>
          <p:spPr>
            <a:xfrm flipH="1" rot="3766389">
              <a:off x="8889831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2.udec.cl/~jfuente/Ejercicios%20Evaluacion%20Proyectos_20041.pdf" TargetMode="External"/><Relationship Id="rId4" Type="http://schemas.openxmlformats.org/officeDocument/2006/relationships/hyperlink" Target="https://blog.hubspot.es/sales/que-es-pmbo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"/>
          <p:cNvSpPr txBox="1"/>
          <p:nvPr>
            <p:ph type="ctrTitle"/>
          </p:nvPr>
        </p:nvSpPr>
        <p:spPr>
          <a:xfrm>
            <a:off x="1209300" y="1245400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Ayudantia 4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3" name="Google Shape;623;p1"/>
          <p:cNvSpPr txBox="1"/>
          <p:nvPr>
            <p:ph idx="1" type="subTitle"/>
          </p:nvPr>
        </p:nvSpPr>
        <p:spPr>
          <a:xfrm>
            <a:off x="1209300" y="3151000"/>
            <a:ext cx="58638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Nombre: Alex Mellado Gamboa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Asignatura: Evaluación de proyectos informáticos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Profesor: Rodrigo Osorio </a:t>
            </a:r>
            <a:endParaRPr/>
          </a:p>
        </p:txBody>
      </p:sp>
      <p:sp>
        <p:nvSpPr>
          <p:cNvPr id="624" name="Google Shape;62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"/>
          <p:cNvSpPr/>
          <p:nvPr/>
        </p:nvSpPr>
        <p:spPr>
          <a:xfrm>
            <a:off x="2730749" y="1986773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"/>
          <p:cNvSpPr txBox="1"/>
          <p:nvPr>
            <p:ph idx="2" type="subTitle"/>
          </p:nvPr>
        </p:nvSpPr>
        <p:spPr>
          <a:xfrm>
            <a:off x="3678140" y="2214163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Ejercicios evaluación técnica </a:t>
            </a:r>
            <a:endParaRPr/>
          </a:p>
        </p:txBody>
      </p:sp>
      <p:sp>
        <p:nvSpPr>
          <p:cNvPr id="631" name="Google Shape;631;p3"/>
          <p:cNvSpPr txBox="1"/>
          <p:nvPr>
            <p:ph type="title"/>
          </p:nvPr>
        </p:nvSpPr>
        <p:spPr>
          <a:xfrm flipH="1">
            <a:off x="2730749" y="2162054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2" name="Google Shape;632;p3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Tabla </a:t>
            </a:r>
            <a:r>
              <a:rPr lang="en">
                <a:solidFill>
                  <a:schemeClr val="dk2"/>
                </a:solidFill>
              </a:rPr>
              <a:t>de contenidos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3" name="Google Shape;63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0db1e3cf63_0_18"/>
          <p:cNvSpPr txBox="1"/>
          <p:nvPr>
            <p:ph type="title"/>
          </p:nvPr>
        </p:nvSpPr>
        <p:spPr>
          <a:xfrm>
            <a:off x="717750" y="188800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¿Qué se vio anteriormente…?</a:t>
            </a:r>
            <a:endParaRPr/>
          </a:p>
        </p:txBody>
      </p:sp>
      <p:sp>
        <p:nvSpPr>
          <p:cNvPr id="639" name="Google Shape;639;g30db1e3cf63_0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g30db1e3cf63_0_18"/>
          <p:cNvSpPr txBox="1"/>
          <p:nvPr>
            <p:ph idx="4294967295" type="subTitle"/>
          </p:nvPr>
        </p:nvSpPr>
        <p:spPr>
          <a:xfrm>
            <a:off x="925900" y="2843075"/>
            <a:ext cx="2089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>
                <a:solidFill>
                  <a:schemeClr val="dk2"/>
                </a:solidFill>
              </a:rPr>
              <a:t>Triple restricción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641" name="Google Shape;641;g30db1e3cf63_0_18"/>
          <p:cNvSpPr txBox="1"/>
          <p:nvPr>
            <p:ph idx="4294967295" type="subTitle"/>
          </p:nvPr>
        </p:nvSpPr>
        <p:spPr>
          <a:xfrm>
            <a:off x="3335874" y="3792042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>
                <a:solidFill>
                  <a:schemeClr val="dk2"/>
                </a:solidFill>
              </a:rPr>
              <a:t>Organización proyecto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642" name="Google Shape;642;g30db1e3cf63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912" y="1009188"/>
            <a:ext cx="2141776" cy="183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g30db1e3cf63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5700" y="2002925"/>
            <a:ext cx="3197851" cy="17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g30db1e3cf63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3375" y="913900"/>
            <a:ext cx="2957726" cy="2218294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0db1e3cf63_0_18"/>
          <p:cNvSpPr txBox="1"/>
          <p:nvPr>
            <p:ph idx="4294967295" type="subTitle"/>
          </p:nvPr>
        </p:nvSpPr>
        <p:spPr>
          <a:xfrm>
            <a:off x="6243486" y="3132192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>
                <a:solidFill>
                  <a:schemeClr val="dk2"/>
                </a:solidFill>
              </a:rPr>
              <a:t>Evaluación técnica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8"/>
          <p:cNvSpPr txBox="1"/>
          <p:nvPr>
            <p:ph type="title"/>
          </p:nvPr>
        </p:nvSpPr>
        <p:spPr>
          <a:xfrm>
            <a:off x="1671288" y="284695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Ejercicios evaluación técnica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52" name="Google Shape;652;p8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53" name="Google Shape;65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1adf09de9f_0_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1</a:t>
            </a:r>
            <a:endParaRPr/>
          </a:p>
        </p:txBody>
      </p:sp>
      <p:sp>
        <p:nvSpPr>
          <p:cNvPr id="659" name="Google Shape;659;g31adf09de9f_0_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g31adf09de9f_0_4"/>
          <p:cNvSpPr txBox="1"/>
          <p:nvPr/>
        </p:nvSpPr>
        <p:spPr>
          <a:xfrm>
            <a:off x="1943325" y="2310750"/>
            <a:ext cx="52575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¿Cuál es la relación de la triple restricción?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1adf09de9f_0_13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2</a:t>
            </a:r>
            <a:endParaRPr/>
          </a:p>
        </p:txBody>
      </p:sp>
      <p:sp>
        <p:nvSpPr>
          <p:cNvPr id="666" name="Google Shape;666;g31adf09de9f_0_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g31adf09de9f_0_13"/>
          <p:cNvSpPr txBox="1"/>
          <p:nvPr/>
        </p:nvSpPr>
        <p:spPr>
          <a:xfrm>
            <a:off x="1902900" y="1917500"/>
            <a:ext cx="53382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¿Qué debe contener el informe de definición?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1adf09de9f_0_1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3</a:t>
            </a:r>
            <a:endParaRPr/>
          </a:p>
        </p:txBody>
      </p:sp>
      <p:sp>
        <p:nvSpPr>
          <p:cNvPr id="673" name="Google Shape;673;g31adf09de9f_0_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g31adf09de9f_0_19"/>
          <p:cNvSpPr txBox="1"/>
          <p:nvPr/>
        </p:nvSpPr>
        <p:spPr>
          <a:xfrm>
            <a:off x="2612400" y="1623325"/>
            <a:ext cx="39192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¿Qué busca evaluar la dimensionalidad del proyecto?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1adf09de9f_0_2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4</a:t>
            </a:r>
            <a:endParaRPr/>
          </a:p>
        </p:txBody>
      </p:sp>
      <p:sp>
        <p:nvSpPr>
          <p:cNvPr id="680" name="Google Shape;680;g31adf09de9f_0_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g31adf09de9f_0_25"/>
          <p:cNvSpPr txBox="1"/>
          <p:nvPr/>
        </p:nvSpPr>
        <p:spPr>
          <a:xfrm>
            <a:off x="1307625" y="1508850"/>
            <a:ext cx="6528900" cy="21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¿Si se incrementa el alcance de un proyecto, como se verá afectado en la triple restricción? 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1adf09de9f_0_31"/>
          <p:cNvSpPr txBox="1"/>
          <p:nvPr>
            <p:ph type="title"/>
          </p:nvPr>
        </p:nvSpPr>
        <p:spPr>
          <a:xfrm>
            <a:off x="529200" y="445025"/>
            <a:ext cx="808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5</a:t>
            </a:r>
            <a:endParaRPr/>
          </a:p>
        </p:txBody>
      </p:sp>
      <p:sp>
        <p:nvSpPr>
          <p:cNvPr id="687" name="Google Shape;687;g31adf09de9f_0_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8" name="Google Shape;688;g31adf09de9f_0_31"/>
          <p:cNvSpPr txBox="1"/>
          <p:nvPr/>
        </p:nvSpPr>
        <p:spPr>
          <a:xfrm>
            <a:off x="2161650" y="1660800"/>
            <a:ext cx="4820700" cy="18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¿Cúal es el 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propósito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del diseño de la solución?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1adf09de9f_0_3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6</a:t>
            </a:r>
            <a:endParaRPr/>
          </a:p>
        </p:txBody>
      </p:sp>
      <p:sp>
        <p:nvSpPr>
          <p:cNvPr id="694" name="Google Shape;694;g31adf09de9f_0_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g31adf09de9f_0_38"/>
          <p:cNvSpPr txBox="1"/>
          <p:nvPr/>
        </p:nvSpPr>
        <p:spPr>
          <a:xfrm>
            <a:off x="1402350" y="1399800"/>
            <a:ext cx="6339300" cy="23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Cómo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influye una 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correcta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estimación de recursos? 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Qué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recursos son necesarios?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1adf09de9f_0_4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7</a:t>
            </a:r>
            <a:endParaRPr/>
          </a:p>
        </p:txBody>
      </p:sp>
      <p:sp>
        <p:nvSpPr>
          <p:cNvPr id="701" name="Google Shape;701;g31adf09de9f_0_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g31adf09de9f_0_45"/>
          <p:cNvSpPr txBox="1"/>
          <p:nvPr/>
        </p:nvSpPr>
        <p:spPr>
          <a:xfrm>
            <a:off x="1134975" y="1162500"/>
            <a:ext cx="68742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Mencione los tipos de 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metodología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para el desarrollo de un proyecto, 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señala</a:t>
            </a:r>
            <a:r>
              <a:rPr b="1" lang="en" sz="30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diferencias entre estos</a:t>
            </a:r>
            <a:endParaRPr b="1" sz="30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1adf09de9f_0_51"/>
          <p:cNvSpPr txBox="1"/>
          <p:nvPr>
            <p:ph type="title"/>
          </p:nvPr>
        </p:nvSpPr>
        <p:spPr>
          <a:xfrm>
            <a:off x="718050" y="2285400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Problema de planteamiento</a:t>
            </a:r>
            <a:endParaRPr sz="4500"/>
          </a:p>
        </p:txBody>
      </p:sp>
      <p:sp>
        <p:nvSpPr>
          <p:cNvPr id="708" name="Google Shape;708;g31adf09de9f_0_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1adf09de9f_0_59"/>
          <p:cNvSpPr txBox="1"/>
          <p:nvPr>
            <p:ph type="title"/>
          </p:nvPr>
        </p:nvSpPr>
        <p:spPr>
          <a:xfrm>
            <a:off x="529325" y="445025"/>
            <a:ext cx="808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714" name="Google Shape;714;g31adf09de9f_0_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5" name="Google Shape;715;g31adf09de9f_0_59"/>
          <p:cNvSpPr txBox="1"/>
          <p:nvPr>
            <p:ph idx="1" type="body"/>
          </p:nvPr>
        </p:nvSpPr>
        <p:spPr>
          <a:xfrm>
            <a:off x="1342625" y="844200"/>
            <a:ext cx="6459000" cy="34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Tecnología SpA ha solicitado ayuda a los estudiantes de evaluación de proyectos informáticos para la confección de un informe de definición de proyecto. Este informe debe estar orientado a un proyecto llamado "</a:t>
            </a:r>
            <a:r>
              <a:rPr b="1" lang="en" sz="1700">
                <a:solidFill>
                  <a:schemeClr val="dk2"/>
                </a:solidFill>
              </a:rPr>
              <a:t>help-students</a:t>
            </a:r>
            <a:r>
              <a:rPr b="1" lang="en" sz="1700"/>
              <a:t>", cuyo objetivo principal es apoyar el </a:t>
            </a:r>
            <a:r>
              <a:rPr b="1" lang="en" sz="1700">
                <a:solidFill>
                  <a:schemeClr val="dk2"/>
                </a:solidFill>
              </a:rPr>
              <a:t>área de estudios</a:t>
            </a:r>
            <a:r>
              <a:rPr b="1" lang="en" sz="1700"/>
              <a:t> del departamento de ingeniería informática (DIINF) a través de una </a:t>
            </a:r>
            <a:r>
              <a:rPr b="1" lang="en" sz="1700">
                <a:solidFill>
                  <a:schemeClr val="dk2"/>
                </a:solidFill>
              </a:rPr>
              <a:t>plataforma web</a:t>
            </a:r>
            <a:r>
              <a:rPr b="1" lang="en" sz="1700"/>
              <a:t> que les permita poder ayudar a estudiantes que requieran ayuda en sus estudios. Para eso deben responder lo siguiente</a:t>
            </a:r>
            <a:endParaRPr b="1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1adf09de9f_0_6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Preguntas</a:t>
            </a:r>
            <a:endParaRPr/>
          </a:p>
        </p:txBody>
      </p:sp>
      <p:sp>
        <p:nvSpPr>
          <p:cNvPr id="721" name="Google Shape;721;g31adf09de9f_0_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2" name="Google Shape;722;g31adf09de9f_0_66"/>
          <p:cNvSpPr txBox="1"/>
          <p:nvPr/>
        </p:nvSpPr>
        <p:spPr>
          <a:xfrm>
            <a:off x="1805700" y="1405075"/>
            <a:ext cx="5532600" cy="29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Análisis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de al menos dos casos de negocios: Situaciones en que el proyecto “help-students” tenga un impacto directo en la organización o objetivos.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Defina al menos dos objetivos que deba cumplir el proyecto “help-students” para que sea considerado exitoso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Fundamente como el proyecto “help-students” apoyaría a la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estrategia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del departamento de ingeniería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informática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(DIINF)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1adf09de9f_0_83"/>
          <p:cNvSpPr txBox="1"/>
          <p:nvPr>
            <p:ph type="title"/>
          </p:nvPr>
        </p:nvSpPr>
        <p:spPr>
          <a:xfrm>
            <a:off x="718125" y="38807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Preguntas</a:t>
            </a:r>
            <a:endParaRPr/>
          </a:p>
        </p:txBody>
      </p:sp>
      <p:sp>
        <p:nvSpPr>
          <p:cNvPr id="728" name="Google Shape;728;g31adf09de9f_0_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g31adf09de9f_0_83"/>
          <p:cNvSpPr txBox="1"/>
          <p:nvPr/>
        </p:nvSpPr>
        <p:spPr>
          <a:xfrm>
            <a:off x="1618425" y="1272200"/>
            <a:ext cx="5907300" cy="29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Describa la complejidad del proyecto “help-students”, considere como alcance el departamento de ingeniería informática (DIINF). 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Elija una metodología para elaborar este proyecto, argumente su elección.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Identifique los recursos necesarios para llevar a cabo el proyecto “help-students”. Considere recurso humano, técnico, licencias en caso de utilizar, infraestructura provista por el departamento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espera que el proyecto “help-students” finalice en un plazo de tres meses una vez elaborado el informe de definición de proyecto. ¿Es viable este plazo? Argumente considerando las preguntas anteriores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0db1e3cf63_0_163"/>
          <p:cNvSpPr txBox="1"/>
          <p:nvPr>
            <p:ph type="title"/>
          </p:nvPr>
        </p:nvSpPr>
        <p:spPr>
          <a:xfrm>
            <a:off x="-1388825" y="185900"/>
            <a:ext cx="566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Linkografía</a:t>
            </a:r>
            <a:endParaRPr>
              <a:solidFill>
                <a:srgbClr val="FF6B65"/>
              </a:solidFill>
            </a:endParaRPr>
          </a:p>
        </p:txBody>
      </p:sp>
      <p:sp>
        <p:nvSpPr>
          <p:cNvPr id="735" name="Google Shape;735;g30db1e3cf63_0_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36" name="Google Shape;736;g30db1e3cf63_0_163"/>
          <p:cNvSpPr txBox="1"/>
          <p:nvPr/>
        </p:nvSpPr>
        <p:spPr>
          <a:xfrm>
            <a:off x="2111100" y="1599450"/>
            <a:ext cx="49218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 Caption"/>
              <a:buChar char="❖"/>
            </a:pPr>
            <a:r>
              <a:rPr lang="en" u="sng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https://www2.udec.cl/~jfuente/Ejercicios%20Evaluacion%20Proyectos_20041.pdf</a:t>
            </a:r>
            <a:r>
              <a:rPr lang="en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 b="0" i="0" sz="14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 Caption"/>
              <a:buChar char="❖"/>
            </a:pPr>
            <a:r>
              <a:rPr b="0" i="0" lang="en" sz="1400" u="sng" cap="none" strike="noStrike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https://blog.hubspot.es/sales/que-es-pmbok</a:t>
            </a:r>
            <a:r>
              <a:rPr b="0" i="0" lang="en" sz="1400" u="none" cap="none" strike="noStrike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 </a:t>
            </a:r>
            <a:endParaRPr b="0" i="0" sz="14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PT Sans Caption"/>
              <a:buChar char="❖"/>
            </a:pPr>
            <a:r>
              <a:rPr i="1" lang="en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Evaluación de proyectos informáticos</a:t>
            </a:r>
            <a:r>
              <a:rPr lang="en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. (2024). Rodrigo Osorio Contreras.</a:t>
            </a:r>
            <a:endParaRPr sz="2000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ktvorschlag im Waves-Stil by Slidesgo">
  <a:themeElements>
    <a:clrScheme name="Simple Light">
      <a:dk1>
        <a:srgbClr val="887571"/>
      </a:dk1>
      <a:lt1>
        <a:srgbClr val="FFFFFF"/>
      </a:lt1>
      <a:dk2>
        <a:srgbClr val="5A8796"/>
      </a:dk2>
      <a:lt2>
        <a:srgbClr val="D2E6EC"/>
      </a:lt2>
      <a:accent1>
        <a:srgbClr val="F1E8DE"/>
      </a:accent1>
      <a:accent2>
        <a:srgbClr val="D1A593"/>
      </a:accent2>
      <a:accent3>
        <a:srgbClr val="FFFFFF"/>
      </a:accent3>
      <a:accent4>
        <a:srgbClr val="8DB7C5"/>
      </a:accent4>
      <a:accent5>
        <a:srgbClr val="FFFFFF"/>
      </a:accent5>
      <a:accent6>
        <a:srgbClr val="FFFFFF"/>
      </a:accent6>
      <a:hlink>
        <a:srgbClr val="AC8A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